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92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91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9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40" r:id="rId4"/>
    <p:sldMasterId id="214748374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143500" cx="9144000"/>
  <p:notesSz cx="6858000" cy="9144000"/>
  <p:embeddedFontLst>
    <p:embeddedFont>
      <p:font typeface="Urbanist Medium"/>
      <p:regular r:id="rId17"/>
      <p:bold r:id="rId18"/>
      <p:italic r:id="rId19"/>
      <p:boldItalic r:id="rId20"/>
    </p:embeddedFont>
    <p:embeddedFont>
      <p:font typeface="Urbanist SemiBold"/>
      <p:regular r:id="rId21"/>
      <p:bold r:id="rId22"/>
      <p:italic r:id="rId23"/>
      <p:boldItalic r:id="rId24"/>
    </p:embeddedFont>
    <p:embeddedFont>
      <p:font typeface="Urbanist"/>
      <p:regular r:id="rId25"/>
      <p:bold r:id="rId26"/>
      <p:italic r:id="rId27"/>
      <p:boldItalic r:id="rId28"/>
    </p:embeddedFont>
    <p:embeddedFont>
      <p:font typeface="Newsreader"/>
      <p:regular r:id="rId29"/>
      <p:bold r:id="rId30"/>
      <p:italic r:id="rId31"/>
      <p:boldItalic r:id="rId32"/>
    </p:embeddedFont>
    <p:embeddedFont>
      <p:font typeface="DM Sans Light"/>
      <p:regular r:id="rId33"/>
      <p:bold r:id="rId34"/>
      <p:italic r:id="rId35"/>
      <p:boldItalic r:id="rId36"/>
    </p:embeddedFont>
    <p:embeddedFont>
      <p:font typeface="DM Sans SemiBold"/>
      <p:regular r:id="rId37"/>
      <p:bold r:id="rId38"/>
      <p:italic r:id="rId39"/>
      <p:boldItalic r:id="rId40"/>
    </p:embeddedFont>
    <p:embeddedFont>
      <p:font typeface="DM Sans"/>
      <p:regular r:id="rId41"/>
      <p:bold r:id="rId42"/>
      <p:italic r:id="rId43"/>
      <p:boldItalic r:id="rId44"/>
    </p:embeddedFont>
    <p:embeddedFont>
      <p:font typeface="Newsreader SemiBold"/>
      <p:regular r:id="rId45"/>
      <p:bold r:id="rId46"/>
      <p:italic r:id="rId47"/>
      <p:boldItalic r:id="rId4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DMSansSemiBold-boldItalic.fntdata"/><Relationship Id="rId42" Type="http://schemas.openxmlformats.org/officeDocument/2006/relationships/font" Target="fonts/DMSans-bold.fntdata"/><Relationship Id="rId41" Type="http://schemas.openxmlformats.org/officeDocument/2006/relationships/font" Target="fonts/DMSans-regular.fntdata"/><Relationship Id="rId44" Type="http://schemas.openxmlformats.org/officeDocument/2006/relationships/font" Target="fonts/DMSans-boldItalic.fntdata"/><Relationship Id="rId43" Type="http://schemas.openxmlformats.org/officeDocument/2006/relationships/font" Target="fonts/DMSans-italic.fntdata"/><Relationship Id="rId46" Type="http://schemas.openxmlformats.org/officeDocument/2006/relationships/font" Target="fonts/NewsreaderSemiBold-bold.fntdata"/><Relationship Id="rId45" Type="http://schemas.openxmlformats.org/officeDocument/2006/relationships/font" Target="fonts/NewsreaderSemiBold-regular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font" Target="fonts/NewsreaderSemiBold-boldItalic.fntdata"/><Relationship Id="rId47" Type="http://schemas.openxmlformats.org/officeDocument/2006/relationships/font" Target="fonts/NewsreaderSemiBold-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Newsreader-italic.fntdata"/><Relationship Id="rId30" Type="http://schemas.openxmlformats.org/officeDocument/2006/relationships/font" Target="fonts/Newsreader-bold.fntdata"/><Relationship Id="rId33" Type="http://schemas.openxmlformats.org/officeDocument/2006/relationships/font" Target="fonts/DMSansLight-regular.fntdata"/><Relationship Id="rId32" Type="http://schemas.openxmlformats.org/officeDocument/2006/relationships/font" Target="fonts/Newsreader-boldItalic.fntdata"/><Relationship Id="rId35" Type="http://schemas.openxmlformats.org/officeDocument/2006/relationships/font" Target="fonts/DMSansLight-italic.fntdata"/><Relationship Id="rId34" Type="http://schemas.openxmlformats.org/officeDocument/2006/relationships/font" Target="fonts/DMSansLight-bold.fntdata"/><Relationship Id="rId37" Type="http://schemas.openxmlformats.org/officeDocument/2006/relationships/font" Target="fonts/DMSansSemiBold-regular.fntdata"/><Relationship Id="rId36" Type="http://schemas.openxmlformats.org/officeDocument/2006/relationships/font" Target="fonts/DMSansLight-boldItalic.fntdata"/><Relationship Id="rId39" Type="http://schemas.openxmlformats.org/officeDocument/2006/relationships/font" Target="fonts/DMSansSemiBold-italic.fntdata"/><Relationship Id="rId38" Type="http://schemas.openxmlformats.org/officeDocument/2006/relationships/font" Target="fonts/DMSansSemiBold-bold.fntdata"/><Relationship Id="rId20" Type="http://schemas.openxmlformats.org/officeDocument/2006/relationships/font" Target="fonts/UrbanistMedium-boldItalic.fntdata"/><Relationship Id="rId22" Type="http://schemas.openxmlformats.org/officeDocument/2006/relationships/font" Target="fonts/UrbanistSemiBold-bold.fntdata"/><Relationship Id="rId21" Type="http://schemas.openxmlformats.org/officeDocument/2006/relationships/font" Target="fonts/UrbanistSemiBold-regular.fntdata"/><Relationship Id="rId24" Type="http://schemas.openxmlformats.org/officeDocument/2006/relationships/font" Target="fonts/UrbanistSemiBold-boldItalic.fntdata"/><Relationship Id="rId23" Type="http://schemas.openxmlformats.org/officeDocument/2006/relationships/font" Target="fonts/UrbanistSemiBold-italic.fntdata"/><Relationship Id="rId26" Type="http://schemas.openxmlformats.org/officeDocument/2006/relationships/font" Target="fonts/Urbanist-bold.fntdata"/><Relationship Id="rId25" Type="http://schemas.openxmlformats.org/officeDocument/2006/relationships/font" Target="fonts/Urbanist-regular.fntdata"/><Relationship Id="rId28" Type="http://schemas.openxmlformats.org/officeDocument/2006/relationships/font" Target="fonts/Urbanist-boldItalic.fntdata"/><Relationship Id="rId27" Type="http://schemas.openxmlformats.org/officeDocument/2006/relationships/font" Target="fonts/Urbanist-italic.fntdata"/><Relationship Id="rId29" Type="http://schemas.openxmlformats.org/officeDocument/2006/relationships/font" Target="fonts/Newsreader-regular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UrbanistMedium-regular.fntdata"/><Relationship Id="rId16" Type="http://schemas.openxmlformats.org/officeDocument/2006/relationships/slide" Target="slides/slide10.xml"/><Relationship Id="rId19" Type="http://schemas.openxmlformats.org/officeDocument/2006/relationships/font" Target="fonts/UrbanistMedium-italic.fntdata"/><Relationship Id="rId18" Type="http://schemas.openxmlformats.org/officeDocument/2006/relationships/font" Target="fonts/UrbanistMedium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2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Google Shape;893;g3a0b1a97769_0_4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4" name="Google Shape;894;g3a0b1a97769_0_4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0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g3a0b1a97769_0_9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2" name="Google Shape;902;g3a0b1a97769_0_9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9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g3a0b1a97769_0_9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1" name="Google Shape;911;g3a0b1a97769_0_9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4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g3a0b1a97769_0_1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6" name="Google Shape;926;g3a0b1a97769_0_1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2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g3a0b1a97769_0_9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4" name="Google Shape;944;g3a0b1a97769_0_9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2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g3a0b1a97769_0_10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4" name="Google Shape;954;g3a0b1a97769_0_10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2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g3a0b1a97769_0_10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4" name="Google Shape;964;g3a0b1a97769_0_10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2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g3acdf6a011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4" name="Google Shape;974;g3acdf6a011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2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Google Shape;983;g3aa3f15c3a9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4" name="Google Shape;984;g3aa3f15c3a9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0" name="Shape 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Google Shape;991;g3a0b1a97769_0_9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2" name="Google Shape;992;g3a0b1a97769_0_9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jpg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jpg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ALT 1">
  <p:cSld name="BLANK_4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 amt="50000"/>
          </a:blip>
          <a:srcRect b="8145" l="3133" r="7834" t="16785"/>
          <a:stretch/>
        </p:blipFill>
        <p:spPr>
          <a:xfrm flipH="1" rot="10800000">
            <a:off x="0" y="-3474"/>
            <a:ext cx="9161550" cy="5154499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/>
          <p:nvPr/>
        </p:nvSpPr>
        <p:spPr>
          <a:xfrm flipH="1" rot="10800000">
            <a:off x="0" y="4676700"/>
            <a:ext cx="9149700" cy="466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228600" y="1738950"/>
            <a:ext cx="4402800" cy="25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Urbanist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6" name="Google Shape;16;p2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" name="Google Shape;17;p2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" name="Google Shape;18;p2"/>
          <p:cNvSpPr txBox="1"/>
          <p:nvPr>
            <p:ph type="title"/>
          </p:nvPr>
        </p:nvSpPr>
        <p:spPr>
          <a:xfrm>
            <a:off x="228600" y="228600"/>
            <a:ext cx="6658800" cy="14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19" name="Google Shape;19;p2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" name="Google Shape;20;p2"/>
          <p:cNvSpPr txBox="1"/>
          <p:nvPr>
            <p:ph idx="5" type="subTitle"/>
          </p:nvPr>
        </p:nvSpPr>
        <p:spPr>
          <a:xfrm>
            <a:off x="297075" y="4175900"/>
            <a:ext cx="1264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" name="Google Shape;21;p2"/>
          <p:cNvSpPr txBox="1"/>
          <p:nvPr>
            <p:ph idx="6" type="subTitle"/>
          </p:nvPr>
        </p:nvSpPr>
        <p:spPr>
          <a:xfrm>
            <a:off x="1786375" y="4175900"/>
            <a:ext cx="1264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2" name="Google Shape;22;p2"/>
          <p:cNvSpPr txBox="1"/>
          <p:nvPr>
            <p:ph idx="7" type="subTitle"/>
          </p:nvPr>
        </p:nvSpPr>
        <p:spPr>
          <a:xfrm>
            <a:off x="228591" y="3454475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" name="Google Shape;23;p2"/>
          <p:cNvSpPr txBox="1"/>
          <p:nvPr>
            <p:ph idx="8" type="subTitle"/>
          </p:nvPr>
        </p:nvSpPr>
        <p:spPr>
          <a:xfrm>
            <a:off x="228591" y="3743050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ALT 1">
  <p:cSld name="BLANK_1_1_2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 txBox="1"/>
          <p:nvPr>
            <p:ph type="title"/>
          </p:nvPr>
        </p:nvSpPr>
        <p:spPr>
          <a:xfrm>
            <a:off x="228600" y="395043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26" name="Google Shape;26;p3"/>
          <p:cNvSpPr txBox="1"/>
          <p:nvPr>
            <p:ph idx="1" type="body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7" name="Google Shape;27;p3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8" name="Google Shape;28;p3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9" name="Google Shape;29;p3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0" name="Google Shape;30;p3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32" name="Google Shape;32;p3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ur values">
  <p:cSld name="BLANK_1_1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5" name="Google Shape;35;p4"/>
          <p:cNvSpPr txBox="1"/>
          <p:nvPr>
            <p:ph type="title"/>
          </p:nvPr>
        </p:nvSpPr>
        <p:spPr>
          <a:xfrm>
            <a:off x="228600" y="613525"/>
            <a:ext cx="7223400" cy="422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6" name="Google Shape;36;p4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7" name="Google Shape;37;p4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8" name="Google Shape;38;p4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9" name="Google Shape;39;p4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41" name="Google Shape;41;p4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" name="Google Shape;42;p4"/>
          <p:cNvSpPr txBox="1"/>
          <p:nvPr>
            <p:ph idx="5" type="subTitle"/>
          </p:nvPr>
        </p:nvSpPr>
        <p:spPr>
          <a:xfrm>
            <a:off x="254625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43" name="Google Shape;43;p4"/>
          <p:cNvSpPr txBox="1"/>
          <p:nvPr>
            <p:ph idx="6" type="subTitle"/>
          </p:nvPr>
        </p:nvSpPr>
        <p:spPr>
          <a:xfrm>
            <a:off x="3275850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44" name="Google Shape;44;p4"/>
          <p:cNvSpPr txBox="1"/>
          <p:nvPr>
            <p:ph idx="7" type="subTitle"/>
          </p:nvPr>
        </p:nvSpPr>
        <p:spPr>
          <a:xfrm>
            <a:off x="6215463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45" name="Google Shape;45;p4"/>
          <p:cNvSpPr txBox="1"/>
          <p:nvPr>
            <p:ph idx="8" type="body"/>
          </p:nvPr>
        </p:nvSpPr>
        <p:spPr>
          <a:xfrm>
            <a:off x="288575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46" name="Google Shape;46;p4"/>
          <p:cNvSpPr txBox="1"/>
          <p:nvPr>
            <p:ph idx="9" type="body"/>
          </p:nvPr>
        </p:nvSpPr>
        <p:spPr>
          <a:xfrm>
            <a:off x="6121413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3" type="body"/>
          </p:nvPr>
        </p:nvSpPr>
        <p:spPr>
          <a:xfrm>
            <a:off x="3192450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and image ALT 2">
  <p:cSld name="CUSTOM_3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"/>
          <p:cNvSpPr/>
          <p:nvPr>
            <p:ph idx="2" type="pic"/>
          </p:nvPr>
        </p:nvSpPr>
        <p:spPr>
          <a:xfrm>
            <a:off x="246150" y="237650"/>
            <a:ext cx="4196400" cy="4438200"/>
          </a:xfrm>
          <a:prstGeom prst="rect">
            <a:avLst/>
          </a:prstGeom>
          <a:noFill/>
          <a:ln>
            <a:noFill/>
          </a:ln>
        </p:spPr>
      </p:sp>
      <p:sp>
        <p:nvSpPr>
          <p:cNvPr id="50" name="Google Shape;50;p5"/>
          <p:cNvSpPr txBox="1"/>
          <p:nvPr>
            <p:ph type="title"/>
          </p:nvPr>
        </p:nvSpPr>
        <p:spPr>
          <a:xfrm>
            <a:off x="4591800" y="304700"/>
            <a:ext cx="3861900" cy="19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51" name="Google Shape;51;p5"/>
          <p:cNvSpPr txBox="1"/>
          <p:nvPr>
            <p:ph idx="3" type="title"/>
          </p:nvPr>
        </p:nvSpPr>
        <p:spPr>
          <a:xfrm>
            <a:off x="4591800" y="738425"/>
            <a:ext cx="4290000" cy="2051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52" name="Google Shape;52;p5"/>
          <p:cNvSpPr txBox="1"/>
          <p:nvPr>
            <p:ph idx="1" type="body"/>
          </p:nvPr>
        </p:nvSpPr>
        <p:spPr>
          <a:xfrm>
            <a:off x="4618950" y="2205375"/>
            <a:ext cx="4290000" cy="16296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53" name="Google Shape;53;p5"/>
          <p:cNvSpPr txBox="1"/>
          <p:nvPr>
            <p:ph idx="4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4" name="Google Shape;54;p5"/>
          <p:cNvSpPr txBox="1"/>
          <p:nvPr>
            <p:ph idx="5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5" name="Google Shape;55;p5"/>
          <p:cNvSpPr txBox="1"/>
          <p:nvPr>
            <p:ph idx="6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6" name="Google Shape;56;p5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58" name="Google Shape;58;p5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" name="Google Shape;59;p5"/>
          <p:cNvCxnSpPr/>
          <p:nvPr/>
        </p:nvCxnSpPr>
        <p:spPr>
          <a:xfrm>
            <a:off x="4444600" y="570000"/>
            <a:ext cx="44709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" name="Google Shape;60;p5"/>
          <p:cNvCxnSpPr/>
          <p:nvPr/>
        </p:nvCxnSpPr>
        <p:spPr>
          <a:xfrm>
            <a:off x="4442500" y="226100"/>
            <a:ext cx="0" cy="44577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" name="Google Shape;61;p5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1">
  <p:cSld name="BLANK_1_1_1_1_3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6"/>
          <p:cNvSpPr txBox="1"/>
          <p:nvPr>
            <p:ph type="title"/>
          </p:nvPr>
        </p:nvSpPr>
        <p:spPr>
          <a:xfrm>
            <a:off x="228600" y="613525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4" name="Google Shape;64;p6"/>
          <p:cNvSpPr/>
          <p:nvPr>
            <p:ph idx="2" type="pic"/>
          </p:nvPr>
        </p:nvSpPr>
        <p:spPr>
          <a:xfrm>
            <a:off x="4523050" y="737975"/>
            <a:ext cx="2164800" cy="1350300"/>
          </a:xfrm>
          <a:prstGeom prst="roundRect">
            <a:avLst>
              <a:gd fmla="val 7802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6"/>
          <p:cNvSpPr/>
          <p:nvPr>
            <p:ph idx="3" type="pic"/>
          </p:nvPr>
        </p:nvSpPr>
        <p:spPr>
          <a:xfrm>
            <a:off x="6752100" y="737775"/>
            <a:ext cx="2164800" cy="1350300"/>
          </a:xfrm>
          <a:prstGeom prst="roundRect">
            <a:avLst>
              <a:gd fmla="val 7802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p6"/>
          <p:cNvSpPr/>
          <p:nvPr>
            <p:ph idx="4" type="pic"/>
          </p:nvPr>
        </p:nvSpPr>
        <p:spPr>
          <a:xfrm>
            <a:off x="4523050" y="2158000"/>
            <a:ext cx="4394100" cy="2282700"/>
          </a:xfrm>
          <a:prstGeom prst="roundRect">
            <a:avLst>
              <a:gd fmla="val 6108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6"/>
          <p:cNvSpPr txBox="1"/>
          <p:nvPr>
            <p:ph idx="1" type="body"/>
          </p:nvPr>
        </p:nvSpPr>
        <p:spPr>
          <a:xfrm>
            <a:off x="233850" y="3127075"/>
            <a:ext cx="2920800" cy="13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68" name="Google Shape;68;p6"/>
          <p:cNvSpPr txBox="1"/>
          <p:nvPr>
            <p:ph idx="5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9" name="Google Shape;69;p6"/>
          <p:cNvSpPr txBox="1"/>
          <p:nvPr>
            <p:ph idx="6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0" name="Google Shape;70;p6"/>
          <p:cNvSpPr txBox="1"/>
          <p:nvPr>
            <p:ph idx="7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1" name="Google Shape;71;p6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2" name="Google Shape;72;p6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3" name="Google Shape;73;p6"/>
          <p:cNvSpPr txBox="1"/>
          <p:nvPr>
            <p:ph idx="8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74" name="Google Shape;74;p6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ALT 1">
  <p:cSld name="BLANK_1_1_1_1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7"/>
          <p:cNvPicPr preferRelativeResize="0"/>
          <p:nvPr/>
        </p:nvPicPr>
        <p:blipFill rotWithShape="1">
          <a:blip r:embed="rId2">
            <a:alphaModFix amt="60000"/>
          </a:blip>
          <a:srcRect b="14588" l="0" r="15469" t="0"/>
          <a:stretch/>
        </p:blipFill>
        <p:spPr>
          <a:xfrm>
            <a:off x="25" y="1172500"/>
            <a:ext cx="5181349" cy="349325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7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8" name="Google Shape;78;p7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9" name="Google Shape;79;p7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0" name="Google Shape;80;p7"/>
          <p:cNvSpPr txBox="1"/>
          <p:nvPr>
            <p:ph type="title"/>
          </p:nvPr>
        </p:nvSpPr>
        <p:spPr>
          <a:xfrm>
            <a:off x="277500" y="228600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81" name="Google Shape;81;p7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2" name="Google Shape;82;p7"/>
          <p:cNvSpPr txBox="1"/>
          <p:nvPr>
            <p:ph idx="4" type="subTitle"/>
          </p:nvPr>
        </p:nvSpPr>
        <p:spPr>
          <a:xfrm>
            <a:off x="4744575" y="387150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3" name="Google Shape;83;p7"/>
          <p:cNvSpPr txBox="1"/>
          <p:nvPr>
            <p:ph idx="5" type="subTitle"/>
          </p:nvPr>
        </p:nvSpPr>
        <p:spPr>
          <a:xfrm>
            <a:off x="4744575" y="1066588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4" name="Google Shape;84;p7"/>
          <p:cNvSpPr txBox="1"/>
          <p:nvPr>
            <p:ph idx="6" type="subTitle"/>
          </p:nvPr>
        </p:nvSpPr>
        <p:spPr>
          <a:xfrm>
            <a:off x="4744575" y="1742700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5" name="Google Shape;85;p7"/>
          <p:cNvSpPr txBox="1"/>
          <p:nvPr>
            <p:ph idx="7" type="subTitle"/>
          </p:nvPr>
        </p:nvSpPr>
        <p:spPr>
          <a:xfrm>
            <a:off x="4744575" y="2420513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6" name="Google Shape;86;p7"/>
          <p:cNvSpPr txBox="1"/>
          <p:nvPr>
            <p:ph idx="8" type="subTitle"/>
          </p:nvPr>
        </p:nvSpPr>
        <p:spPr>
          <a:xfrm>
            <a:off x="4744575" y="3098275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7" name="Google Shape;87;p7"/>
          <p:cNvSpPr txBox="1"/>
          <p:nvPr>
            <p:ph idx="9" type="subTitle"/>
          </p:nvPr>
        </p:nvSpPr>
        <p:spPr>
          <a:xfrm>
            <a:off x="4744575" y="3776075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8" name="Google Shape;88;p7"/>
          <p:cNvSpPr txBox="1"/>
          <p:nvPr>
            <p:ph idx="13" type="subTitle"/>
          </p:nvPr>
        </p:nvSpPr>
        <p:spPr>
          <a:xfrm>
            <a:off x="5067075" y="38715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9" name="Google Shape;89;p7"/>
          <p:cNvSpPr txBox="1"/>
          <p:nvPr>
            <p:ph idx="14" type="subTitle"/>
          </p:nvPr>
        </p:nvSpPr>
        <p:spPr>
          <a:xfrm>
            <a:off x="5067075" y="106158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0" name="Google Shape;90;p7"/>
          <p:cNvSpPr txBox="1"/>
          <p:nvPr>
            <p:ph idx="15" type="subTitle"/>
          </p:nvPr>
        </p:nvSpPr>
        <p:spPr>
          <a:xfrm>
            <a:off x="5067075" y="173935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1" name="Google Shape;91;p7"/>
          <p:cNvSpPr txBox="1"/>
          <p:nvPr>
            <p:ph idx="16" type="subTitle"/>
          </p:nvPr>
        </p:nvSpPr>
        <p:spPr>
          <a:xfrm>
            <a:off x="5067075" y="242410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2" name="Google Shape;92;p7"/>
          <p:cNvSpPr txBox="1"/>
          <p:nvPr>
            <p:ph idx="17" type="subTitle"/>
          </p:nvPr>
        </p:nvSpPr>
        <p:spPr>
          <a:xfrm>
            <a:off x="5067075" y="309493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3" name="Google Shape;93;p7"/>
          <p:cNvSpPr txBox="1"/>
          <p:nvPr>
            <p:ph idx="18" type="subTitle"/>
          </p:nvPr>
        </p:nvSpPr>
        <p:spPr>
          <a:xfrm>
            <a:off x="5067075" y="376578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4" name="Google Shape;94;p7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95" name="Google Shape;95;p7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s">
  <p:cSld name="BLANK_1_1_1_1_2_1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8"/>
          <p:cNvSpPr/>
          <p:nvPr>
            <p:ph idx="2" type="pic"/>
          </p:nvPr>
        </p:nvSpPr>
        <p:spPr>
          <a:xfrm>
            <a:off x="461895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98" name="Google Shape;98;p8"/>
          <p:cNvSpPr txBox="1"/>
          <p:nvPr>
            <p:ph idx="1" type="subTitle"/>
          </p:nvPr>
        </p:nvSpPr>
        <p:spPr>
          <a:xfrm>
            <a:off x="4619000" y="1702322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99" name="Google Shape;99;p8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00" name="Google Shape;100;p8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01" name="Google Shape;101;p8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02" name="Google Shape;102;p8"/>
          <p:cNvSpPr txBox="1"/>
          <p:nvPr>
            <p:ph type="title"/>
          </p:nvPr>
        </p:nvSpPr>
        <p:spPr>
          <a:xfrm>
            <a:off x="228600" y="234750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3" name="Google Shape;103;p8"/>
          <p:cNvSpPr txBox="1"/>
          <p:nvPr>
            <p:ph idx="6" type="subTitle"/>
          </p:nvPr>
        </p:nvSpPr>
        <p:spPr>
          <a:xfrm>
            <a:off x="461900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04" name="Google Shape;104;p8"/>
          <p:cNvSpPr/>
          <p:nvPr>
            <p:ph idx="7" type="pic"/>
          </p:nvPr>
        </p:nvSpPr>
        <p:spPr>
          <a:xfrm>
            <a:off x="608070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05" name="Google Shape;105;p8"/>
          <p:cNvSpPr txBox="1"/>
          <p:nvPr>
            <p:ph idx="8" type="subTitle"/>
          </p:nvPr>
        </p:nvSpPr>
        <p:spPr>
          <a:xfrm>
            <a:off x="6080750" y="1702321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06" name="Google Shape;106;p8"/>
          <p:cNvSpPr txBox="1"/>
          <p:nvPr>
            <p:ph idx="9" type="subTitle"/>
          </p:nvPr>
        </p:nvSpPr>
        <p:spPr>
          <a:xfrm>
            <a:off x="608075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07" name="Google Shape;107;p8"/>
          <p:cNvSpPr/>
          <p:nvPr>
            <p:ph idx="13" type="pic"/>
          </p:nvPr>
        </p:nvSpPr>
        <p:spPr>
          <a:xfrm>
            <a:off x="754245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08" name="Google Shape;108;p8"/>
          <p:cNvSpPr txBox="1"/>
          <p:nvPr>
            <p:ph idx="14" type="subTitle"/>
          </p:nvPr>
        </p:nvSpPr>
        <p:spPr>
          <a:xfrm>
            <a:off x="7542500" y="1702321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09" name="Google Shape;109;p8"/>
          <p:cNvSpPr txBox="1"/>
          <p:nvPr>
            <p:ph idx="15" type="subTitle"/>
          </p:nvPr>
        </p:nvSpPr>
        <p:spPr>
          <a:xfrm>
            <a:off x="754250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0" name="Google Shape;110;p8"/>
          <p:cNvSpPr/>
          <p:nvPr>
            <p:ph idx="16" type="pic"/>
          </p:nvPr>
        </p:nvSpPr>
        <p:spPr>
          <a:xfrm>
            <a:off x="461895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11" name="Google Shape;111;p8"/>
          <p:cNvSpPr txBox="1"/>
          <p:nvPr>
            <p:ph idx="17" type="subTitle"/>
          </p:nvPr>
        </p:nvSpPr>
        <p:spPr>
          <a:xfrm>
            <a:off x="4619000" y="3769446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2" name="Google Shape;112;p8"/>
          <p:cNvSpPr txBox="1"/>
          <p:nvPr>
            <p:ph idx="18" type="subTitle"/>
          </p:nvPr>
        </p:nvSpPr>
        <p:spPr>
          <a:xfrm>
            <a:off x="461900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3" name="Google Shape;113;p8"/>
          <p:cNvSpPr/>
          <p:nvPr>
            <p:ph idx="19" type="pic"/>
          </p:nvPr>
        </p:nvSpPr>
        <p:spPr>
          <a:xfrm>
            <a:off x="608070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14" name="Google Shape;114;p8"/>
          <p:cNvSpPr txBox="1"/>
          <p:nvPr>
            <p:ph idx="20" type="subTitle"/>
          </p:nvPr>
        </p:nvSpPr>
        <p:spPr>
          <a:xfrm>
            <a:off x="6080750" y="3769447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5" name="Google Shape;115;p8"/>
          <p:cNvSpPr txBox="1"/>
          <p:nvPr>
            <p:ph idx="21" type="subTitle"/>
          </p:nvPr>
        </p:nvSpPr>
        <p:spPr>
          <a:xfrm>
            <a:off x="608075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6" name="Google Shape;116;p8"/>
          <p:cNvSpPr/>
          <p:nvPr>
            <p:ph idx="22" type="pic"/>
          </p:nvPr>
        </p:nvSpPr>
        <p:spPr>
          <a:xfrm>
            <a:off x="754245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17" name="Google Shape;117;p8"/>
          <p:cNvSpPr txBox="1"/>
          <p:nvPr>
            <p:ph idx="23" type="subTitle"/>
          </p:nvPr>
        </p:nvSpPr>
        <p:spPr>
          <a:xfrm>
            <a:off x="7542500" y="3769446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8" name="Google Shape;118;p8"/>
          <p:cNvSpPr txBox="1"/>
          <p:nvPr>
            <p:ph idx="24" type="subTitle"/>
          </p:nvPr>
        </p:nvSpPr>
        <p:spPr>
          <a:xfrm>
            <a:off x="754250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cxnSp>
        <p:nvCxnSpPr>
          <p:cNvPr id="119" name="Google Shape;119;p8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0" name="Google Shape;120;p8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1" name="Google Shape;121;p8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ALT 2">
  <p:cSld name="BLANK_1_1_1_1_1_1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9"/>
          <p:cNvSpPr/>
          <p:nvPr>
            <p:ph idx="2" type="pic"/>
          </p:nvPr>
        </p:nvSpPr>
        <p:spPr>
          <a:xfrm>
            <a:off x="9425" y="-3075"/>
            <a:ext cx="9144000" cy="4641000"/>
          </a:xfrm>
          <a:prstGeom prst="rect">
            <a:avLst/>
          </a:prstGeom>
          <a:noFill/>
          <a:ln>
            <a:noFill/>
          </a:ln>
        </p:spPr>
      </p:sp>
      <p:sp>
        <p:nvSpPr>
          <p:cNvPr id="124" name="Google Shape;124;p9"/>
          <p:cNvSpPr txBox="1"/>
          <p:nvPr>
            <p:ph type="title"/>
          </p:nvPr>
        </p:nvSpPr>
        <p:spPr>
          <a:xfrm>
            <a:off x="234125" y="3337800"/>
            <a:ext cx="8574600" cy="1114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125" name="Google Shape;125;p9"/>
          <p:cNvSpPr txBox="1"/>
          <p:nvPr>
            <p:ph idx="1" type="subTitle"/>
          </p:nvPr>
        </p:nvSpPr>
        <p:spPr>
          <a:xfrm>
            <a:off x="228600" y="228600"/>
            <a:ext cx="28701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26" name="Google Shape;126;p9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27" name="Google Shape;127;p9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28" name="Google Shape;128;p9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129" name="Google Shape;129;p9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0" name="Google Shape;130;p9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1" name="Google Shape;131;p9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rds w/ images">
  <p:cSld name="BLANK_1_1_1_1_1_1_1_1_1_1_3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0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34" name="Google Shape;134;p10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35" name="Google Shape;135;p10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grpSp>
        <p:nvGrpSpPr>
          <p:cNvPr id="136" name="Google Shape;136;p10"/>
          <p:cNvGrpSpPr/>
          <p:nvPr/>
        </p:nvGrpSpPr>
        <p:grpSpPr>
          <a:xfrm rot="5400000">
            <a:off x="8691475" y="228504"/>
            <a:ext cx="228589" cy="228623"/>
            <a:chOff x="1688332" y="4135245"/>
            <a:chExt cx="338700" cy="3387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1688332" y="4135245"/>
              <a:ext cx="338700" cy="338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138" name="Google Shape;138;p10"/>
            <p:cNvGrpSpPr/>
            <p:nvPr/>
          </p:nvGrpSpPr>
          <p:grpSpPr>
            <a:xfrm rot="-5400000">
              <a:off x="1787014" y="4262191"/>
              <a:ext cx="169598" cy="84809"/>
              <a:chOff x="498725" y="2069800"/>
              <a:chExt cx="205200" cy="102600"/>
            </a:xfrm>
          </p:grpSpPr>
          <p:cxnSp>
            <p:nvCxnSpPr>
              <p:cNvPr id="139" name="Google Shape;139;p10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0" name="Google Shape;140;p10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141" name="Google Shape;141;p10"/>
          <p:cNvSpPr/>
          <p:nvPr>
            <p:ph idx="4" type="pic"/>
          </p:nvPr>
        </p:nvSpPr>
        <p:spPr>
          <a:xfrm>
            <a:off x="4267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42" name="Google Shape;142;p10"/>
          <p:cNvSpPr txBox="1"/>
          <p:nvPr>
            <p:ph idx="5" type="subTitle"/>
          </p:nvPr>
        </p:nvSpPr>
        <p:spPr>
          <a:xfrm>
            <a:off x="426700" y="2708802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43" name="Google Shape;143;p10"/>
          <p:cNvSpPr txBox="1"/>
          <p:nvPr>
            <p:ph idx="6" type="subTitle"/>
          </p:nvPr>
        </p:nvSpPr>
        <p:spPr>
          <a:xfrm>
            <a:off x="4267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44" name="Google Shape;144;p10"/>
          <p:cNvSpPr txBox="1"/>
          <p:nvPr>
            <p:ph idx="7" type="body"/>
          </p:nvPr>
        </p:nvSpPr>
        <p:spPr>
          <a:xfrm>
            <a:off x="426700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45" name="Google Shape;145;p10"/>
          <p:cNvSpPr/>
          <p:nvPr>
            <p:ph idx="8" type="pic"/>
          </p:nvPr>
        </p:nvSpPr>
        <p:spPr>
          <a:xfrm>
            <a:off x="26218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46" name="Google Shape;146;p10"/>
          <p:cNvSpPr txBox="1"/>
          <p:nvPr>
            <p:ph idx="9" type="subTitle"/>
          </p:nvPr>
        </p:nvSpPr>
        <p:spPr>
          <a:xfrm>
            <a:off x="2621800" y="2708807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47" name="Google Shape;147;p10"/>
          <p:cNvSpPr txBox="1"/>
          <p:nvPr>
            <p:ph idx="13" type="subTitle"/>
          </p:nvPr>
        </p:nvSpPr>
        <p:spPr>
          <a:xfrm>
            <a:off x="2621800" y="2936075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48" name="Google Shape;148;p10"/>
          <p:cNvSpPr txBox="1"/>
          <p:nvPr>
            <p:ph idx="14" type="body"/>
          </p:nvPr>
        </p:nvSpPr>
        <p:spPr>
          <a:xfrm>
            <a:off x="2621800" y="3251425"/>
            <a:ext cx="17058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49" name="Google Shape;149;p10"/>
          <p:cNvSpPr/>
          <p:nvPr>
            <p:ph idx="15" type="pic"/>
          </p:nvPr>
        </p:nvSpPr>
        <p:spPr>
          <a:xfrm>
            <a:off x="48169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50" name="Google Shape;150;p10"/>
          <p:cNvSpPr txBox="1"/>
          <p:nvPr>
            <p:ph idx="16" type="subTitle"/>
          </p:nvPr>
        </p:nvSpPr>
        <p:spPr>
          <a:xfrm>
            <a:off x="4816900" y="2708808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51" name="Google Shape;151;p10"/>
          <p:cNvSpPr txBox="1"/>
          <p:nvPr>
            <p:ph idx="17" type="subTitle"/>
          </p:nvPr>
        </p:nvSpPr>
        <p:spPr>
          <a:xfrm>
            <a:off x="48169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52" name="Google Shape;152;p10"/>
          <p:cNvSpPr txBox="1"/>
          <p:nvPr>
            <p:ph idx="18" type="body"/>
          </p:nvPr>
        </p:nvSpPr>
        <p:spPr>
          <a:xfrm>
            <a:off x="4817025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53" name="Google Shape;153;p10"/>
          <p:cNvSpPr/>
          <p:nvPr>
            <p:ph idx="19" type="pic"/>
          </p:nvPr>
        </p:nvSpPr>
        <p:spPr>
          <a:xfrm>
            <a:off x="70120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54" name="Google Shape;154;p10"/>
          <p:cNvSpPr txBox="1"/>
          <p:nvPr>
            <p:ph idx="20" type="subTitle"/>
          </p:nvPr>
        </p:nvSpPr>
        <p:spPr>
          <a:xfrm>
            <a:off x="7012000" y="2708807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55" name="Google Shape;155;p10"/>
          <p:cNvSpPr txBox="1"/>
          <p:nvPr>
            <p:ph idx="21" type="subTitle"/>
          </p:nvPr>
        </p:nvSpPr>
        <p:spPr>
          <a:xfrm>
            <a:off x="70120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56" name="Google Shape;156;p10"/>
          <p:cNvSpPr txBox="1"/>
          <p:nvPr>
            <p:ph idx="22" type="body"/>
          </p:nvPr>
        </p:nvSpPr>
        <p:spPr>
          <a:xfrm>
            <a:off x="7012000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cxnSp>
        <p:nvCxnSpPr>
          <p:cNvPr id="157" name="Google Shape;157;p10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8" name="Google Shape;158;p10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9" name="Google Shape;159;p10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hort big title and body">
  <p:cSld name="BLANK_1_1_1_1_1_1_1_1_1_1_2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Oval black shapes against a shadowy background. " id="161" name="Google Shape;161;p11"/>
          <p:cNvPicPr preferRelativeResize="0"/>
          <p:nvPr/>
        </p:nvPicPr>
        <p:blipFill rotWithShape="1">
          <a:blip r:embed="rId2">
            <a:alphaModFix/>
          </a:blip>
          <a:srcRect b="42245" l="17240" r="25038" t="34"/>
          <a:stretch/>
        </p:blipFill>
        <p:spPr>
          <a:xfrm>
            <a:off x="0" y="-289"/>
            <a:ext cx="9144000" cy="5144100"/>
          </a:xfrm>
          <a:prstGeom prst="roundRect">
            <a:avLst>
              <a:gd fmla="val 0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62" name="Google Shape;162;p11"/>
          <p:cNvSpPr txBox="1"/>
          <p:nvPr>
            <p:ph idx="1" type="subTitle"/>
          </p:nvPr>
        </p:nvSpPr>
        <p:spPr>
          <a:xfrm>
            <a:off x="4314775" y="3818375"/>
            <a:ext cx="42306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63" name="Google Shape;163;p11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64" name="Google Shape;164;p11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65" name="Google Shape;165;p11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66" name="Google Shape;166;p11"/>
          <p:cNvSpPr txBox="1"/>
          <p:nvPr>
            <p:ph type="title"/>
          </p:nvPr>
        </p:nvSpPr>
        <p:spPr>
          <a:xfrm>
            <a:off x="228600" y="290448"/>
            <a:ext cx="3655800" cy="2407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167" name="Google Shape;167;p11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8" name="Google Shape;168;p11"/>
          <p:cNvCxnSpPr/>
          <p:nvPr/>
        </p:nvCxnSpPr>
        <p:spPr>
          <a:xfrm>
            <a:off x="4159025" y="226100"/>
            <a:ext cx="0" cy="4457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9" name="Google Shape;169;p11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0" name="Google Shape;170;p11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1" name="Google Shape;171;p11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2">
  <p:cSld name="BLANK_1_1_1_1_1_1_1_1_1_1_1_1_2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2"/>
          <p:cNvSpPr txBox="1"/>
          <p:nvPr>
            <p:ph idx="1" type="body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800"/>
              </a:spcBef>
              <a:spcAft>
                <a:spcPts val="80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174" name="Google Shape;174;p12"/>
          <p:cNvSpPr/>
          <p:nvPr>
            <p:ph idx="2" type="pic"/>
          </p:nvPr>
        </p:nvSpPr>
        <p:spPr>
          <a:xfrm>
            <a:off x="5342000" y="457200"/>
            <a:ext cx="3573300" cy="39954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75" name="Google Shape;175;p12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6" name="Google Shape;176;p12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7" name="Google Shape;177;p12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8" name="Google Shape;178;p12"/>
          <p:cNvSpPr txBox="1"/>
          <p:nvPr>
            <p:ph idx="6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9" name="Google Shape;179;p12"/>
          <p:cNvSpPr txBox="1"/>
          <p:nvPr>
            <p:ph type="title"/>
          </p:nvPr>
        </p:nvSpPr>
        <p:spPr>
          <a:xfrm>
            <a:off x="228600" y="613525"/>
            <a:ext cx="42966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cxnSp>
        <p:nvCxnSpPr>
          <p:cNvPr id="180" name="Google Shape;180;p12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1" name="Google Shape;181;p12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2" name="Google Shape;182;p12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cards">
  <p:cSld name="CUSTOM_1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3"/>
          <p:cNvSpPr txBox="1"/>
          <p:nvPr>
            <p:ph type="title"/>
          </p:nvPr>
        </p:nvSpPr>
        <p:spPr>
          <a:xfrm>
            <a:off x="3386700" y="489887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85" name="Google Shape;185;p13"/>
          <p:cNvSpPr txBox="1"/>
          <p:nvPr>
            <p:ph idx="1" type="subTitle"/>
          </p:nvPr>
        </p:nvSpPr>
        <p:spPr>
          <a:xfrm>
            <a:off x="3386700" y="690369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86" name="Google Shape;186;p13"/>
          <p:cNvSpPr txBox="1"/>
          <p:nvPr>
            <p:ph idx="2" type="subTitle"/>
          </p:nvPr>
        </p:nvSpPr>
        <p:spPr>
          <a:xfrm>
            <a:off x="3386700" y="1070875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87" name="Google Shape;187;p13"/>
          <p:cNvSpPr txBox="1"/>
          <p:nvPr>
            <p:ph idx="3" type="title"/>
          </p:nvPr>
        </p:nvSpPr>
        <p:spPr>
          <a:xfrm>
            <a:off x="6307650" y="482616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88" name="Google Shape;188;p13"/>
          <p:cNvSpPr txBox="1"/>
          <p:nvPr>
            <p:ph idx="4" type="subTitle"/>
          </p:nvPr>
        </p:nvSpPr>
        <p:spPr>
          <a:xfrm>
            <a:off x="6307650" y="690369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89" name="Google Shape;189;p13"/>
          <p:cNvSpPr txBox="1"/>
          <p:nvPr>
            <p:ph idx="5" type="subTitle"/>
          </p:nvPr>
        </p:nvSpPr>
        <p:spPr>
          <a:xfrm>
            <a:off x="6307650" y="1070875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0" name="Google Shape;190;p13"/>
          <p:cNvSpPr txBox="1"/>
          <p:nvPr>
            <p:ph idx="6" type="title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91" name="Google Shape;191;p13"/>
          <p:cNvSpPr txBox="1"/>
          <p:nvPr>
            <p:ph idx="7" type="subTitle"/>
          </p:nvPr>
        </p:nvSpPr>
        <p:spPr>
          <a:xfrm>
            <a:off x="3482800" y="4057204"/>
            <a:ext cx="10761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2" name="Google Shape;192;p13"/>
          <p:cNvSpPr txBox="1"/>
          <p:nvPr>
            <p:ph idx="8" type="subTitle"/>
          </p:nvPr>
        </p:nvSpPr>
        <p:spPr>
          <a:xfrm>
            <a:off x="6405300" y="4057079"/>
            <a:ext cx="10761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3" name="Google Shape;193;p13"/>
          <p:cNvSpPr txBox="1"/>
          <p:nvPr>
            <p:ph idx="9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94" name="Google Shape;194;p13"/>
          <p:cNvSpPr txBox="1"/>
          <p:nvPr>
            <p:ph idx="1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95" name="Google Shape;195;p13"/>
          <p:cNvSpPr txBox="1"/>
          <p:nvPr>
            <p:ph idx="1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196" name="Google Shape;196;p13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97" name="Google Shape;197;p13"/>
          <p:cNvGrpSpPr/>
          <p:nvPr/>
        </p:nvGrpSpPr>
        <p:grpSpPr>
          <a:xfrm rot="-5400000">
            <a:off x="4794488" y="4206993"/>
            <a:ext cx="141588" cy="73485"/>
            <a:chOff x="498725" y="2069800"/>
            <a:chExt cx="205200" cy="106500"/>
          </a:xfrm>
        </p:grpSpPr>
        <p:cxnSp>
          <p:nvCxnSpPr>
            <p:cNvPr id="198" name="Google Shape;198;p13"/>
            <p:cNvCxnSpPr/>
            <p:nvPr/>
          </p:nvCxnSpPr>
          <p:spPr>
            <a:xfrm flipH="1" rot="-5400000">
              <a:off x="498725" y="2069800"/>
              <a:ext cx="103500" cy="1035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9" name="Google Shape;199;p13"/>
            <p:cNvCxnSpPr/>
            <p:nvPr/>
          </p:nvCxnSpPr>
          <p:spPr>
            <a:xfrm rot="5400000">
              <a:off x="596825" y="2069200"/>
              <a:ext cx="106500" cy="1077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00" name="Google Shape;200;p13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01" name="Google Shape;201;p13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cards">
  <p:cSld name="CUSTOM_1_1"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4"/>
          <p:cNvSpPr txBox="1"/>
          <p:nvPr>
            <p:ph type="title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204" name="Google Shape;204;p14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05" name="Google Shape;205;p14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06" name="Google Shape;206;p14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07" name="Google Shape;207;p14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8" name="Google Shape;208;p14"/>
          <p:cNvSpPr txBox="1"/>
          <p:nvPr>
            <p:ph idx="4" type="title"/>
          </p:nvPr>
        </p:nvSpPr>
        <p:spPr>
          <a:xfrm>
            <a:off x="3379125" y="49110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09" name="Google Shape;209;p14"/>
          <p:cNvSpPr txBox="1"/>
          <p:nvPr>
            <p:ph idx="5" type="subTitle"/>
          </p:nvPr>
        </p:nvSpPr>
        <p:spPr>
          <a:xfrm>
            <a:off x="3379125" y="691577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0" name="Google Shape;210;p14"/>
          <p:cNvSpPr txBox="1"/>
          <p:nvPr>
            <p:ph idx="6" type="subTitle"/>
          </p:nvPr>
        </p:nvSpPr>
        <p:spPr>
          <a:xfrm>
            <a:off x="3379123" y="107207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1" name="Google Shape;211;p14"/>
          <p:cNvSpPr txBox="1"/>
          <p:nvPr>
            <p:ph idx="7" type="title"/>
          </p:nvPr>
        </p:nvSpPr>
        <p:spPr>
          <a:xfrm>
            <a:off x="6318039" y="49110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12" name="Google Shape;212;p14"/>
          <p:cNvSpPr txBox="1"/>
          <p:nvPr>
            <p:ph idx="8" type="subTitle"/>
          </p:nvPr>
        </p:nvSpPr>
        <p:spPr>
          <a:xfrm>
            <a:off x="6318039" y="691577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3" name="Google Shape;213;p14"/>
          <p:cNvSpPr txBox="1"/>
          <p:nvPr>
            <p:ph idx="9" type="subTitle"/>
          </p:nvPr>
        </p:nvSpPr>
        <p:spPr>
          <a:xfrm>
            <a:off x="6318036" y="107207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4" name="Google Shape;214;p14"/>
          <p:cNvSpPr txBox="1"/>
          <p:nvPr>
            <p:ph idx="13" type="title"/>
          </p:nvPr>
        </p:nvSpPr>
        <p:spPr>
          <a:xfrm>
            <a:off x="6318039" y="265574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15" name="Google Shape;215;p14"/>
          <p:cNvSpPr txBox="1"/>
          <p:nvPr>
            <p:ph idx="14" type="subTitle"/>
          </p:nvPr>
        </p:nvSpPr>
        <p:spPr>
          <a:xfrm>
            <a:off x="6318039" y="2856216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6" name="Google Shape;216;p14"/>
          <p:cNvSpPr txBox="1"/>
          <p:nvPr>
            <p:ph idx="15" type="subTitle"/>
          </p:nvPr>
        </p:nvSpPr>
        <p:spPr>
          <a:xfrm>
            <a:off x="6318036" y="323671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7" name="Google Shape;217;p14"/>
          <p:cNvSpPr txBox="1"/>
          <p:nvPr>
            <p:ph idx="16" type="title"/>
          </p:nvPr>
        </p:nvSpPr>
        <p:spPr>
          <a:xfrm>
            <a:off x="3379125" y="265574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18" name="Google Shape;218;p14"/>
          <p:cNvSpPr txBox="1"/>
          <p:nvPr>
            <p:ph idx="17" type="subTitle"/>
          </p:nvPr>
        </p:nvSpPr>
        <p:spPr>
          <a:xfrm>
            <a:off x="3379125" y="2856216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9" name="Google Shape;219;p14"/>
          <p:cNvSpPr txBox="1"/>
          <p:nvPr>
            <p:ph idx="18" type="subTitle"/>
          </p:nvPr>
        </p:nvSpPr>
        <p:spPr>
          <a:xfrm>
            <a:off x="3379123" y="323671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20" name="Google Shape;220;p14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21" name="Google Shape;221;p14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">
  <p:cSld name="CUSTOM_7_1_1_1_1_1_1_1_1_1_1_1_1_1_1_1_1_1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15"/>
          <p:cNvPicPr preferRelativeResize="0"/>
          <p:nvPr/>
        </p:nvPicPr>
        <p:blipFill rotWithShape="1">
          <a:blip r:embed="rId2">
            <a:alphaModFix/>
          </a:blip>
          <a:srcRect b="14588" l="0" r="15469" t="0"/>
          <a:stretch/>
        </p:blipFill>
        <p:spPr>
          <a:xfrm flipH="1">
            <a:off x="4571999" y="2061075"/>
            <a:ext cx="4572001" cy="30824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4" name="Google Shape;224;p15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5" name="Google Shape;225;p15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6" name="Google Shape;226;p15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7" name="Google Shape;227;p15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8" name="Google Shape;228;p15"/>
          <p:cNvSpPr txBox="1"/>
          <p:nvPr>
            <p:ph idx="4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9" name="Google Shape;229;p15"/>
          <p:cNvSpPr txBox="1"/>
          <p:nvPr>
            <p:ph type="title"/>
          </p:nvPr>
        </p:nvSpPr>
        <p:spPr>
          <a:xfrm>
            <a:off x="355225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30" name="Google Shape;230;p15"/>
          <p:cNvSpPr txBox="1"/>
          <p:nvPr>
            <p:ph idx="5" type="subTitle"/>
          </p:nvPr>
        </p:nvSpPr>
        <p:spPr>
          <a:xfrm>
            <a:off x="355225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1" name="Google Shape;231;p15"/>
          <p:cNvSpPr txBox="1"/>
          <p:nvPr>
            <p:ph idx="6" type="body"/>
          </p:nvPr>
        </p:nvSpPr>
        <p:spPr>
          <a:xfrm>
            <a:off x="355225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2" name="Google Shape;232;p15"/>
          <p:cNvSpPr txBox="1"/>
          <p:nvPr>
            <p:ph idx="7" type="title"/>
          </p:nvPr>
        </p:nvSpPr>
        <p:spPr>
          <a:xfrm>
            <a:off x="2543875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33" name="Google Shape;233;p15"/>
          <p:cNvSpPr txBox="1"/>
          <p:nvPr>
            <p:ph idx="8" type="subTitle"/>
          </p:nvPr>
        </p:nvSpPr>
        <p:spPr>
          <a:xfrm>
            <a:off x="2543875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4" name="Google Shape;234;p15"/>
          <p:cNvSpPr txBox="1"/>
          <p:nvPr>
            <p:ph idx="9" type="body"/>
          </p:nvPr>
        </p:nvSpPr>
        <p:spPr>
          <a:xfrm>
            <a:off x="2543875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5" name="Google Shape;235;p15"/>
          <p:cNvSpPr txBox="1"/>
          <p:nvPr>
            <p:ph idx="13" type="title"/>
          </p:nvPr>
        </p:nvSpPr>
        <p:spPr>
          <a:xfrm>
            <a:off x="4745500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36" name="Google Shape;236;p15"/>
          <p:cNvSpPr txBox="1"/>
          <p:nvPr>
            <p:ph idx="14" type="subTitle"/>
          </p:nvPr>
        </p:nvSpPr>
        <p:spPr>
          <a:xfrm>
            <a:off x="4745500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7" name="Google Shape;237;p15"/>
          <p:cNvSpPr txBox="1"/>
          <p:nvPr>
            <p:ph idx="15" type="body"/>
          </p:nvPr>
        </p:nvSpPr>
        <p:spPr>
          <a:xfrm>
            <a:off x="4745400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8" name="Google Shape;238;p15"/>
          <p:cNvSpPr txBox="1"/>
          <p:nvPr>
            <p:ph idx="16" type="title"/>
          </p:nvPr>
        </p:nvSpPr>
        <p:spPr>
          <a:xfrm>
            <a:off x="6942300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39" name="Google Shape;239;p15"/>
          <p:cNvSpPr txBox="1"/>
          <p:nvPr>
            <p:ph idx="17" type="subTitle"/>
          </p:nvPr>
        </p:nvSpPr>
        <p:spPr>
          <a:xfrm>
            <a:off x="6942300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40" name="Google Shape;240;p15"/>
          <p:cNvSpPr txBox="1"/>
          <p:nvPr>
            <p:ph idx="18" type="body"/>
          </p:nvPr>
        </p:nvSpPr>
        <p:spPr>
          <a:xfrm>
            <a:off x="6942300" y="2465025"/>
            <a:ext cx="17916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41" name="Google Shape;241;p15"/>
          <p:cNvSpPr txBox="1"/>
          <p:nvPr>
            <p:ph idx="19" type="title"/>
          </p:nvPr>
        </p:nvSpPr>
        <p:spPr>
          <a:xfrm>
            <a:off x="228600" y="613525"/>
            <a:ext cx="3904500" cy="864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42" name="Google Shape;242;p15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3" name="Google Shape;243;p15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ers">
  <p:cSld name="CUSTOM"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6"/>
          <p:cNvSpPr txBox="1"/>
          <p:nvPr>
            <p:ph idx="1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46" name="Google Shape;246;p16"/>
          <p:cNvCxnSpPr/>
          <p:nvPr/>
        </p:nvCxnSpPr>
        <p:spPr>
          <a:xfrm>
            <a:off x="228450" y="2061025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7" name="Google Shape;247;p16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48" name="Google Shape;248;p16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49" name="Google Shape;249;p16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50" name="Google Shape;250;p16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1" name="Google Shape;251;p16"/>
          <p:cNvSpPr txBox="1"/>
          <p:nvPr>
            <p:ph type="title"/>
          </p:nvPr>
        </p:nvSpPr>
        <p:spPr>
          <a:xfrm>
            <a:off x="228600" y="369300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252" name="Google Shape;252;p16"/>
          <p:cNvSpPr/>
          <p:nvPr>
            <p:ph idx="5" type="pic"/>
          </p:nvPr>
        </p:nvSpPr>
        <p:spPr>
          <a:xfrm>
            <a:off x="3795900" y="2682425"/>
            <a:ext cx="1458300" cy="14583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3" name="Google Shape;253;p16"/>
          <p:cNvSpPr txBox="1"/>
          <p:nvPr>
            <p:ph idx="6" type="body"/>
          </p:nvPr>
        </p:nvSpPr>
        <p:spPr>
          <a:xfrm>
            <a:off x="5871500" y="2468775"/>
            <a:ext cx="2864700" cy="6765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54" name="Google Shape;254;p16"/>
          <p:cNvSpPr txBox="1"/>
          <p:nvPr>
            <p:ph idx="7" type="body"/>
          </p:nvPr>
        </p:nvSpPr>
        <p:spPr>
          <a:xfrm>
            <a:off x="5871500" y="3553025"/>
            <a:ext cx="2864700" cy="696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3048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3048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3048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3048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3048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3048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3048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3048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55" name="Google Shape;255;p16"/>
          <p:cNvSpPr txBox="1"/>
          <p:nvPr>
            <p:ph idx="8" type="subTitle"/>
          </p:nvPr>
        </p:nvSpPr>
        <p:spPr>
          <a:xfrm>
            <a:off x="238800" y="2720113"/>
            <a:ext cx="2824500" cy="145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56" name="Google Shape;256;p16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57" name="Google Shape;257;p16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">
  <p:cSld name="CUSTOM_2"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7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60" name="Google Shape;260;p17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61" name="Google Shape;261;p17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62" name="Google Shape;262;p17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3" name="Google Shape;263;p17"/>
          <p:cNvSpPr/>
          <p:nvPr/>
        </p:nvSpPr>
        <p:spPr>
          <a:xfrm>
            <a:off x="228600" y="1395962"/>
            <a:ext cx="2101200" cy="3054000"/>
          </a:xfrm>
          <a:prstGeom prst="roundRect">
            <a:avLst>
              <a:gd fmla="val 963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4" name="Google Shape;264;p17"/>
          <p:cNvSpPr/>
          <p:nvPr/>
        </p:nvSpPr>
        <p:spPr>
          <a:xfrm>
            <a:off x="2423700" y="1395962"/>
            <a:ext cx="3198600" cy="3054000"/>
          </a:xfrm>
          <a:prstGeom prst="roundRect">
            <a:avLst>
              <a:gd fmla="val 674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5" name="Google Shape;265;p17"/>
          <p:cNvSpPr/>
          <p:nvPr/>
        </p:nvSpPr>
        <p:spPr>
          <a:xfrm>
            <a:off x="5716850" y="1395962"/>
            <a:ext cx="3198600" cy="1758300"/>
          </a:xfrm>
          <a:prstGeom prst="roundRect">
            <a:avLst>
              <a:gd fmla="val 963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6" name="Google Shape;266;p17"/>
          <p:cNvSpPr/>
          <p:nvPr/>
        </p:nvSpPr>
        <p:spPr>
          <a:xfrm>
            <a:off x="5716200" y="3231390"/>
            <a:ext cx="3198600" cy="1217400"/>
          </a:xfrm>
          <a:prstGeom prst="roundRect">
            <a:avLst>
              <a:gd fmla="val 1360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7" name="Google Shape;267;p17"/>
          <p:cNvSpPr/>
          <p:nvPr>
            <p:ph idx="4" type="pic"/>
          </p:nvPr>
        </p:nvSpPr>
        <p:spPr>
          <a:xfrm>
            <a:off x="381950" y="993050"/>
            <a:ext cx="850500" cy="8505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" name="Google Shape;268;p17"/>
          <p:cNvSpPr txBox="1"/>
          <p:nvPr>
            <p:ph idx="5" type="subTitle"/>
          </p:nvPr>
        </p:nvSpPr>
        <p:spPr>
          <a:xfrm>
            <a:off x="381950" y="2062875"/>
            <a:ext cx="1786500" cy="23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"/>
              <a:buNone/>
              <a:defRPr b="1"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69" name="Google Shape;269;p17"/>
          <p:cNvSpPr txBox="1"/>
          <p:nvPr>
            <p:ph idx="6" type="body"/>
          </p:nvPr>
        </p:nvSpPr>
        <p:spPr>
          <a:xfrm>
            <a:off x="381950" y="2453500"/>
            <a:ext cx="17865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70" name="Google Shape;270;p17"/>
          <p:cNvSpPr txBox="1"/>
          <p:nvPr>
            <p:ph idx="7" type="subTitle"/>
          </p:nvPr>
        </p:nvSpPr>
        <p:spPr>
          <a:xfrm>
            <a:off x="2580250" y="1528150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71" name="Google Shape;271;p17"/>
          <p:cNvSpPr txBox="1"/>
          <p:nvPr>
            <p:ph idx="8" type="body"/>
          </p:nvPr>
        </p:nvSpPr>
        <p:spPr>
          <a:xfrm>
            <a:off x="2580250" y="1791652"/>
            <a:ext cx="2911500" cy="61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cxnSp>
        <p:nvCxnSpPr>
          <p:cNvPr id="272" name="Google Shape;272;p17"/>
          <p:cNvCxnSpPr/>
          <p:nvPr/>
        </p:nvCxnSpPr>
        <p:spPr>
          <a:xfrm>
            <a:off x="2423700" y="2531312"/>
            <a:ext cx="319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3" name="Google Shape;273;p17"/>
          <p:cNvCxnSpPr/>
          <p:nvPr/>
        </p:nvCxnSpPr>
        <p:spPr>
          <a:xfrm>
            <a:off x="2423700" y="3583537"/>
            <a:ext cx="319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4" name="Google Shape;274;p17"/>
          <p:cNvSpPr txBox="1"/>
          <p:nvPr>
            <p:ph idx="9" type="subTitle"/>
          </p:nvPr>
        </p:nvSpPr>
        <p:spPr>
          <a:xfrm>
            <a:off x="2580250" y="26604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75" name="Google Shape;275;p17"/>
          <p:cNvSpPr txBox="1"/>
          <p:nvPr>
            <p:ph idx="13" type="body"/>
          </p:nvPr>
        </p:nvSpPr>
        <p:spPr>
          <a:xfrm>
            <a:off x="2580250" y="2931046"/>
            <a:ext cx="2911500" cy="61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276" name="Google Shape;276;p17"/>
          <p:cNvSpPr/>
          <p:nvPr/>
        </p:nvSpPr>
        <p:spPr>
          <a:xfrm flipH="1">
            <a:off x="2600988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77" name="Google Shape;277;p17"/>
          <p:cNvSpPr/>
          <p:nvPr/>
        </p:nvSpPr>
        <p:spPr>
          <a:xfrm flipH="1">
            <a:off x="3654625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78" name="Google Shape;278;p17"/>
          <p:cNvSpPr/>
          <p:nvPr/>
        </p:nvSpPr>
        <p:spPr>
          <a:xfrm flipH="1">
            <a:off x="4602650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79" name="Google Shape;279;p17"/>
          <p:cNvSpPr txBox="1"/>
          <p:nvPr>
            <p:ph idx="14" type="subTitle"/>
          </p:nvPr>
        </p:nvSpPr>
        <p:spPr>
          <a:xfrm>
            <a:off x="2567250" y="367188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0" name="Google Shape;280;p17"/>
          <p:cNvSpPr txBox="1"/>
          <p:nvPr>
            <p:ph idx="15" type="subTitle"/>
          </p:nvPr>
        </p:nvSpPr>
        <p:spPr>
          <a:xfrm>
            <a:off x="5877425" y="15281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1" name="Google Shape;281;p17"/>
          <p:cNvSpPr txBox="1"/>
          <p:nvPr>
            <p:ph idx="16" type="subTitle"/>
          </p:nvPr>
        </p:nvSpPr>
        <p:spPr>
          <a:xfrm>
            <a:off x="5877425" y="178110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2" name="Google Shape;282;p17"/>
          <p:cNvSpPr txBox="1"/>
          <p:nvPr>
            <p:ph idx="17" type="subTitle"/>
          </p:nvPr>
        </p:nvSpPr>
        <p:spPr>
          <a:xfrm>
            <a:off x="5877425" y="221918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3" name="Google Shape;283;p17"/>
          <p:cNvSpPr txBox="1"/>
          <p:nvPr>
            <p:ph idx="18" type="subTitle"/>
          </p:nvPr>
        </p:nvSpPr>
        <p:spPr>
          <a:xfrm>
            <a:off x="5877425" y="26572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4" name="Google Shape;284;p17"/>
          <p:cNvSpPr txBox="1"/>
          <p:nvPr>
            <p:ph idx="19" type="subTitle"/>
          </p:nvPr>
        </p:nvSpPr>
        <p:spPr>
          <a:xfrm>
            <a:off x="5877425" y="335493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5" name="Google Shape;285;p17"/>
          <p:cNvSpPr txBox="1"/>
          <p:nvPr>
            <p:ph idx="20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86" name="Google Shape;286;p17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87" name="Google Shape;287;p17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ilestones">
  <p:cSld name="CUSTOM_4"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8"/>
          <p:cNvSpPr txBox="1"/>
          <p:nvPr>
            <p:ph idx="1" type="body"/>
          </p:nvPr>
        </p:nvSpPr>
        <p:spPr>
          <a:xfrm>
            <a:off x="2054000" y="2952175"/>
            <a:ext cx="1377600" cy="93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90" name="Google Shape;290;p18"/>
          <p:cNvSpPr txBox="1"/>
          <p:nvPr>
            <p:ph idx="2" type="body"/>
          </p:nvPr>
        </p:nvSpPr>
        <p:spPr>
          <a:xfrm>
            <a:off x="246150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291" name="Google Shape;291;p18"/>
          <p:cNvSpPr txBox="1"/>
          <p:nvPr>
            <p:ph idx="3" type="subTitle"/>
          </p:nvPr>
        </p:nvSpPr>
        <p:spPr>
          <a:xfrm>
            <a:off x="3829950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292" name="Google Shape;292;p18"/>
          <p:cNvSpPr txBox="1"/>
          <p:nvPr>
            <p:ph idx="4" type="body"/>
          </p:nvPr>
        </p:nvSpPr>
        <p:spPr>
          <a:xfrm>
            <a:off x="3848250" y="2952163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293" name="Google Shape;293;p18"/>
          <p:cNvSpPr txBox="1"/>
          <p:nvPr>
            <p:ph idx="5" type="subTitle"/>
          </p:nvPr>
        </p:nvSpPr>
        <p:spPr>
          <a:xfrm>
            <a:off x="20774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94" name="Google Shape;294;p18"/>
          <p:cNvSpPr txBox="1"/>
          <p:nvPr>
            <p:ph idx="6" type="body"/>
          </p:nvPr>
        </p:nvSpPr>
        <p:spPr>
          <a:xfrm>
            <a:off x="5634175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295" name="Google Shape;295;p18"/>
          <p:cNvSpPr txBox="1"/>
          <p:nvPr>
            <p:ph idx="7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96" name="Google Shape;296;p18"/>
          <p:cNvSpPr txBox="1"/>
          <p:nvPr>
            <p:ph idx="8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97" name="Google Shape;297;p18"/>
          <p:cNvSpPr txBox="1"/>
          <p:nvPr>
            <p:ph idx="9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98" name="Google Shape;298;p18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9" name="Google Shape;299;p18"/>
          <p:cNvSpPr txBox="1"/>
          <p:nvPr>
            <p:ph type="title"/>
          </p:nvPr>
        </p:nvSpPr>
        <p:spPr>
          <a:xfrm>
            <a:off x="228600" y="613525"/>
            <a:ext cx="6841500" cy="753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00" name="Google Shape;300;p18"/>
          <p:cNvSpPr txBox="1"/>
          <p:nvPr>
            <p:ph idx="13" type="subTitle"/>
          </p:nvPr>
        </p:nvSpPr>
        <p:spPr>
          <a:xfrm>
            <a:off x="2775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01" name="Google Shape;301;p18"/>
          <p:cNvSpPr txBox="1"/>
          <p:nvPr>
            <p:ph idx="14" type="subTitle"/>
          </p:nvPr>
        </p:nvSpPr>
        <p:spPr>
          <a:xfrm>
            <a:off x="38773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02" name="Google Shape;302;p18"/>
          <p:cNvSpPr txBox="1"/>
          <p:nvPr>
            <p:ph idx="15" type="subTitle"/>
          </p:nvPr>
        </p:nvSpPr>
        <p:spPr>
          <a:xfrm>
            <a:off x="56772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03" name="Google Shape;303;p18"/>
          <p:cNvSpPr txBox="1"/>
          <p:nvPr>
            <p:ph idx="16" type="subTitle"/>
          </p:nvPr>
        </p:nvSpPr>
        <p:spPr>
          <a:xfrm>
            <a:off x="74771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04" name="Google Shape;304;p18"/>
          <p:cNvSpPr txBox="1"/>
          <p:nvPr>
            <p:ph idx="17" type="subTitle"/>
          </p:nvPr>
        </p:nvSpPr>
        <p:spPr>
          <a:xfrm>
            <a:off x="238800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5" name="Google Shape;305;p18"/>
          <p:cNvSpPr txBox="1"/>
          <p:nvPr>
            <p:ph idx="18" type="subTitle"/>
          </p:nvPr>
        </p:nvSpPr>
        <p:spPr>
          <a:xfrm>
            <a:off x="2034375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06" name="Google Shape;306;p18"/>
          <p:cNvSpPr txBox="1"/>
          <p:nvPr>
            <p:ph idx="19" type="subTitle"/>
          </p:nvPr>
        </p:nvSpPr>
        <p:spPr>
          <a:xfrm>
            <a:off x="5645375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07" name="Google Shape;307;p18"/>
          <p:cNvSpPr txBox="1"/>
          <p:nvPr>
            <p:ph idx="20" type="subTitle"/>
          </p:nvPr>
        </p:nvSpPr>
        <p:spPr>
          <a:xfrm>
            <a:off x="7460789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08" name="Google Shape;308;p18"/>
          <p:cNvSpPr txBox="1"/>
          <p:nvPr>
            <p:ph idx="21" type="subTitle"/>
          </p:nvPr>
        </p:nvSpPr>
        <p:spPr>
          <a:xfrm>
            <a:off x="372900" y="202945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Urbanist"/>
              <a:buNone/>
              <a:defRPr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309" name="Google Shape;309;p18"/>
          <p:cNvSpPr txBox="1"/>
          <p:nvPr>
            <p:ph idx="22" type="subTitle"/>
          </p:nvPr>
        </p:nvSpPr>
        <p:spPr>
          <a:xfrm>
            <a:off x="2178663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10" name="Google Shape;310;p18"/>
          <p:cNvSpPr txBox="1"/>
          <p:nvPr>
            <p:ph idx="23" type="subTitle"/>
          </p:nvPr>
        </p:nvSpPr>
        <p:spPr>
          <a:xfrm>
            <a:off x="3974250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11" name="Google Shape;311;p18"/>
          <p:cNvSpPr txBox="1"/>
          <p:nvPr>
            <p:ph idx="24" type="subTitle"/>
          </p:nvPr>
        </p:nvSpPr>
        <p:spPr>
          <a:xfrm>
            <a:off x="5789675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12" name="Google Shape;312;p18"/>
          <p:cNvSpPr txBox="1"/>
          <p:nvPr>
            <p:ph idx="25" type="subTitle"/>
          </p:nvPr>
        </p:nvSpPr>
        <p:spPr>
          <a:xfrm>
            <a:off x="7605089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13" name="Google Shape;313;p18"/>
          <p:cNvSpPr txBox="1"/>
          <p:nvPr>
            <p:ph idx="26" type="body"/>
          </p:nvPr>
        </p:nvSpPr>
        <p:spPr>
          <a:xfrm>
            <a:off x="7450350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314" name="Google Shape;314;p18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15" name="Google Shape;315;p18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trics ">
  <p:cSld name="CUSTOM_5"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9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18" name="Google Shape;318;p19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19" name="Google Shape;319;p19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320" name="Google Shape;320;p19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1" name="Google Shape;321;p19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22" name="Google Shape;322;p19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23" name="Google Shape;323;p19"/>
          <p:cNvSpPr txBox="1"/>
          <p:nvPr>
            <p:ph idx="4" type="subTitle"/>
          </p:nvPr>
        </p:nvSpPr>
        <p:spPr>
          <a:xfrm>
            <a:off x="6314800" y="458325"/>
            <a:ext cx="22947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4" name="Google Shape;324;p19"/>
          <p:cNvSpPr txBox="1"/>
          <p:nvPr>
            <p:ph type="title"/>
          </p:nvPr>
        </p:nvSpPr>
        <p:spPr>
          <a:xfrm>
            <a:off x="237650" y="746900"/>
            <a:ext cx="2834700" cy="2590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325" name="Google Shape;325;p19"/>
          <p:cNvSpPr txBox="1"/>
          <p:nvPr>
            <p:ph idx="5" type="subTitle"/>
          </p:nvPr>
        </p:nvSpPr>
        <p:spPr>
          <a:xfrm>
            <a:off x="229175" y="229175"/>
            <a:ext cx="28347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6" name="Google Shape;326;p19"/>
          <p:cNvSpPr txBox="1"/>
          <p:nvPr>
            <p:ph idx="6" type="subTitle"/>
          </p:nvPr>
        </p:nvSpPr>
        <p:spPr>
          <a:xfrm>
            <a:off x="3437500" y="882725"/>
            <a:ext cx="2294700" cy="500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27" name="Google Shape;327;p19"/>
          <p:cNvSpPr txBox="1"/>
          <p:nvPr>
            <p:ph idx="7" type="title"/>
          </p:nvPr>
        </p:nvSpPr>
        <p:spPr>
          <a:xfrm>
            <a:off x="3611850" y="1848195"/>
            <a:ext cx="1924200" cy="594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9pPr>
          </a:lstStyle>
          <a:p/>
        </p:txBody>
      </p:sp>
      <p:sp>
        <p:nvSpPr>
          <p:cNvPr id="328" name="Google Shape;328;p19"/>
          <p:cNvSpPr txBox="1"/>
          <p:nvPr>
            <p:ph idx="8" type="title"/>
          </p:nvPr>
        </p:nvSpPr>
        <p:spPr>
          <a:xfrm>
            <a:off x="3611850" y="3250202"/>
            <a:ext cx="1920300" cy="59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Font typeface="Urbanist"/>
              <a:buNone/>
              <a:defRPr sz="6200"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329" name="Google Shape;329;p19"/>
          <p:cNvSpPr txBox="1"/>
          <p:nvPr>
            <p:ph idx="9" type="subTitle"/>
          </p:nvPr>
        </p:nvSpPr>
        <p:spPr>
          <a:xfrm>
            <a:off x="3611850" y="2707575"/>
            <a:ext cx="21204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30" name="Google Shape;330;p19"/>
          <p:cNvSpPr txBox="1"/>
          <p:nvPr>
            <p:ph idx="13" type="subTitle"/>
          </p:nvPr>
        </p:nvSpPr>
        <p:spPr>
          <a:xfrm>
            <a:off x="3611850" y="4076800"/>
            <a:ext cx="21204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31" name="Google Shape;331;p19"/>
          <p:cNvSpPr txBox="1"/>
          <p:nvPr>
            <p:ph idx="14" type="subTitle"/>
          </p:nvPr>
        </p:nvSpPr>
        <p:spPr>
          <a:xfrm>
            <a:off x="6258900" y="3267725"/>
            <a:ext cx="2478300" cy="500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32" name="Google Shape;332;p19"/>
          <p:cNvSpPr txBox="1"/>
          <p:nvPr>
            <p:ph idx="15" type="subTitle"/>
          </p:nvPr>
        </p:nvSpPr>
        <p:spPr>
          <a:xfrm>
            <a:off x="6258900" y="3955225"/>
            <a:ext cx="24783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 u="sng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35" name="Google Shape;335;p2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40" name="Google Shape;340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43" name="Google Shape;343;p2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44" name="Google Shape;344;p2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5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9" name="Google Shape;349;p25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6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54" name="Google Shape;354;p2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55" name="Google Shape;355;p2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8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9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60" name="Google Shape;360;p29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1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4" name="Google Shape;364;p31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5" name="Google Shape;365;p31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6" name="Google Shape;366;p31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7" name="Google Shape;367;p31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8" name="Google Shape;368;p31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9" name="Google Shape;369;p31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72" name="Google Shape;372;p32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3" name="Google Shape;373;p32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33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76" name="Google Shape;376;p33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7" name="Google Shape;377;p33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8" name="Google Shape;378;p33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79" name="Google Shape;379;p33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34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2" name="Google Shape;382;p34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3" name="Google Shape;383;p34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4" name="Google Shape;384;p34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5" name="Google Shape;385;p34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6" name="Google Shape;386;p34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7" name="Google Shape;387;p34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35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0" name="Google Shape;390;p35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1" name="Google Shape;391;p35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2" name="Google Shape;392;p35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3" name="Google Shape;393;p35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94" name="Google Shape;394;p35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5" name="Google Shape;395;p35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6" name="Google Shape;396;p35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7" name="Google Shape;397;p35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0" name="Google Shape;400;p36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37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3" name="Google Shape;403;p37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04" name="Google Shape;404;p37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05" name="Google Shape;405;p37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6" name="Google Shape;406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7" name="Google Shape;407;p37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08" name="Google Shape;408;p37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38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1" name="Google Shape;411;p38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12" name="Google Shape;412;p38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13" name="Google Shape;413;p38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4" name="Google Shape;414;p38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15" name="Google Shape;415;p38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6" name="Google Shape;416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17" name="Google Shape;417;p38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8" name="Google Shape;418;p38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9" name="Google Shape;419;p38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39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40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4" name="Google Shape;424;p40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5" name="Google Shape;425;p40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6" name="Google Shape;426;p40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7" name="Google Shape;427;p40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8" name="Google Shape;428;p40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9" name="Google Shape;429;p40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30" name="Google Shape;430;p40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31" name="Google Shape;431;p40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32" name="Google Shape;432;p40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only">
  <p:cSld name="BLANK_1_1_1_1"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42"/>
          <p:cNvSpPr txBox="1"/>
          <p:nvPr>
            <p:ph type="title"/>
          </p:nvPr>
        </p:nvSpPr>
        <p:spPr>
          <a:xfrm>
            <a:off x="361975" y="957403"/>
            <a:ext cx="5627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439" name="Google Shape;439;p42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40" name="Google Shape;440;p42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3 Columns">
  <p:cSld name="BLANK_1_1_1_1_3"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43"/>
          <p:cNvSpPr txBox="1"/>
          <p:nvPr>
            <p:ph type="title"/>
          </p:nvPr>
        </p:nvSpPr>
        <p:spPr>
          <a:xfrm>
            <a:off x="361975" y="957403"/>
            <a:ext cx="5627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443" name="Google Shape;443;p43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44" name="Google Shape;444;p43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45" name="Google Shape;445;p43"/>
          <p:cNvSpPr txBox="1"/>
          <p:nvPr>
            <p:ph idx="2" type="subTitle"/>
          </p:nvPr>
        </p:nvSpPr>
        <p:spPr>
          <a:xfrm>
            <a:off x="362125" y="1853425"/>
            <a:ext cx="20616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6" name="Google Shape;446;p43"/>
          <p:cNvSpPr txBox="1"/>
          <p:nvPr>
            <p:ph idx="3" type="subTitle"/>
          </p:nvPr>
        </p:nvSpPr>
        <p:spPr>
          <a:xfrm>
            <a:off x="3154650" y="1853425"/>
            <a:ext cx="20616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7" name="Google Shape;447;p43"/>
          <p:cNvSpPr txBox="1"/>
          <p:nvPr>
            <p:ph idx="4" type="subTitle"/>
          </p:nvPr>
        </p:nvSpPr>
        <p:spPr>
          <a:xfrm>
            <a:off x="6216650" y="1853425"/>
            <a:ext cx="20616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8" name="Google Shape;448;p43"/>
          <p:cNvSpPr txBox="1"/>
          <p:nvPr>
            <p:ph idx="5" type="subTitle"/>
          </p:nvPr>
        </p:nvSpPr>
        <p:spPr>
          <a:xfrm>
            <a:off x="362125" y="2206700"/>
            <a:ext cx="2575800" cy="124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eyebrow ">
  <p:cSld name="BLANK_1_1_1_1_2_1"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44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51" name="Google Shape;451;p44"/>
          <p:cNvSpPr txBox="1"/>
          <p:nvPr>
            <p:ph type="title"/>
          </p:nvPr>
        </p:nvSpPr>
        <p:spPr>
          <a:xfrm>
            <a:off x="361975" y="988557"/>
            <a:ext cx="5018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452" name="Google Shape;452;p44"/>
          <p:cNvSpPr txBox="1"/>
          <p:nvPr>
            <p:ph idx="1" type="subTitle"/>
          </p:nvPr>
        </p:nvSpPr>
        <p:spPr>
          <a:xfrm>
            <a:off x="361975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3" name="Google Shape;453;p44"/>
          <p:cNvSpPr txBox="1"/>
          <p:nvPr>
            <p:ph idx="2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agenda">
  <p:cSld name="BLANK_1_1_1_1_1_1_1_1_1_1_1">
    <p:bg>
      <p:bgPr>
        <a:solidFill>
          <a:schemeClr val="lt1"/>
        </a:solidFill>
      </p:bgPr>
    </p:bg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45"/>
          <p:cNvSpPr txBox="1"/>
          <p:nvPr>
            <p:ph idx="1" type="subTitle"/>
          </p:nvPr>
        </p:nvSpPr>
        <p:spPr>
          <a:xfrm>
            <a:off x="361975" y="2841984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56" name="Google Shape;456;p45"/>
          <p:cNvSpPr txBox="1"/>
          <p:nvPr>
            <p:ph type="title"/>
          </p:nvPr>
        </p:nvSpPr>
        <p:spPr>
          <a:xfrm>
            <a:off x="361975" y="962100"/>
            <a:ext cx="4163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57" name="Google Shape;457;p45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58" name="Google Shape;458;p45"/>
          <p:cNvSpPr txBox="1"/>
          <p:nvPr>
            <p:ph idx="2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59" name="Google Shape;459;p45"/>
          <p:cNvSpPr txBox="1"/>
          <p:nvPr>
            <p:ph idx="3" type="subTitle"/>
          </p:nvPr>
        </p:nvSpPr>
        <p:spPr>
          <a:xfrm>
            <a:off x="4909675" y="2841984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60" name="Google Shape;460;p45"/>
          <p:cNvSpPr txBox="1"/>
          <p:nvPr>
            <p:ph idx="4" type="subTitle"/>
          </p:nvPr>
        </p:nvSpPr>
        <p:spPr>
          <a:xfrm>
            <a:off x="361975" y="3493626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61" name="Google Shape;461;p45"/>
          <p:cNvSpPr txBox="1"/>
          <p:nvPr>
            <p:ph idx="5" type="subTitle"/>
          </p:nvPr>
        </p:nvSpPr>
        <p:spPr>
          <a:xfrm>
            <a:off x="4909675" y="3493626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62" name="Google Shape;462;p45"/>
          <p:cNvSpPr txBox="1"/>
          <p:nvPr>
            <p:ph idx="6" type="subTitle"/>
          </p:nvPr>
        </p:nvSpPr>
        <p:spPr>
          <a:xfrm>
            <a:off x="361975" y="4145267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63" name="Google Shape;463;p45"/>
          <p:cNvSpPr txBox="1"/>
          <p:nvPr>
            <p:ph idx="7" type="subTitle"/>
          </p:nvPr>
        </p:nvSpPr>
        <p:spPr>
          <a:xfrm>
            <a:off x="4909675" y="4145267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Horizontal - Light">
  <p:cSld name="BLANK_1_1_1_1_1_1_1_1_1_1_1_1_1_1_2">
    <p:bg>
      <p:bgPr>
        <a:solidFill>
          <a:schemeClr val="accent6"/>
        </a:solidFill>
      </p:bgPr>
    </p:bg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46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u="sng"/>
          </a:p>
        </p:txBody>
      </p:sp>
      <p:sp>
        <p:nvSpPr>
          <p:cNvPr id="466" name="Google Shape;466;p46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7" name="Google Shape;467;p46"/>
          <p:cNvSpPr txBox="1"/>
          <p:nvPr>
            <p:ph idx="2" type="body"/>
          </p:nvPr>
        </p:nvSpPr>
        <p:spPr>
          <a:xfrm>
            <a:off x="4845475" y="1361028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468" name="Google Shape;468;p46"/>
          <p:cNvSpPr txBox="1"/>
          <p:nvPr>
            <p:ph idx="3" type="subTitle"/>
          </p:nvPr>
        </p:nvSpPr>
        <p:spPr>
          <a:xfrm>
            <a:off x="4845475" y="1028377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469" name="Google Shape;469;p46"/>
          <p:cNvSpPr txBox="1"/>
          <p:nvPr>
            <p:ph idx="4" type="body"/>
          </p:nvPr>
        </p:nvSpPr>
        <p:spPr>
          <a:xfrm>
            <a:off x="4845475" y="2595865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70" name="Google Shape;470;p46"/>
          <p:cNvSpPr txBox="1"/>
          <p:nvPr>
            <p:ph idx="5" type="subTitle"/>
          </p:nvPr>
        </p:nvSpPr>
        <p:spPr>
          <a:xfrm>
            <a:off x="4845475" y="2263215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471" name="Google Shape;471;p46"/>
          <p:cNvSpPr txBox="1"/>
          <p:nvPr>
            <p:ph idx="6" type="body"/>
          </p:nvPr>
        </p:nvSpPr>
        <p:spPr>
          <a:xfrm>
            <a:off x="4845475" y="3870078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72" name="Google Shape;472;p46"/>
          <p:cNvSpPr txBox="1"/>
          <p:nvPr>
            <p:ph idx="7" type="subTitle"/>
          </p:nvPr>
        </p:nvSpPr>
        <p:spPr>
          <a:xfrm>
            <a:off x="4845475" y="3537427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473" name="Google Shape;473;p46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474" name="Google Shape;474;p46"/>
          <p:cNvSpPr txBox="1"/>
          <p:nvPr>
            <p:ph idx="8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Horizontal - Light - Alt 1">
  <p:cSld name="BLANK_1_1_1_1_1_1_1_1_1_1_1_1_1_1_2_2">
    <p:bg>
      <p:bgPr>
        <a:solidFill>
          <a:schemeClr val="accent6"/>
        </a:solidFill>
      </p:bgPr>
    </p:bg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47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7" name="Google Shape;477;p47"/>
          <p:cNvSpPr txBox="1"/>
          <p:nvPr>
            <p:ph idx="2" type="body"/>
          </p:nvPr>
        </p:nvSpPr>
        <p:spPr>
          <a:xfrm>
            <a:off x="4845475" y="998689"/>
            <a:ext cx="33825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478" name="Google Shape;478;p47"/>
          <p:cNvSpPr txBox="1"/>
          <p:nvPr>
            <p:ph idx="3" type="subTitle"/>
          </p:nvPr>
        </p:nvSpPr>
        <p:spPr>
          <a:xfrm>
            <a:off x="4845475" y="666041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479" name="Google Shape;479;p47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480" name="Google Shape;480;p47"/>
          <p:cNvSpPr txBox="1"/>
          <p:nvPr>
            <p:ph idx="4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1" name="Google Shape;481;p47"/>
          <p:cNvSpPr txBox="1"/>
          <p:nvPr>
            <p:ph idx="5" type="body"/>
          </p:nvPr>
        </p:nvSpPr>
        <p:spPr>
          <a:xfrm>
            <a:off x="4845475" y="3927439"/>
            <a:ext cx="33825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82" name="Google Shape;482;p47"/>
          <p:cNvSpPr txBox="1"/>
          <p:nvPr>
            <p:ph idx="6" type="subTitle"/>
          </p:nvPr>
        </p:nvSpPr>
        <p:spPr>
          <a:xfrm>
            <a:off x="4845475" y="3594791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483" name="Google Shape;483;p47"/>
          <p:cNvSpPr txBox="1"/>
          <p:nvPr>
            <p:ph idx="7" type="body"/>
          </p:nvPr>
        </p:nvSpPr>
        <p:spPr>
          <a:xfrm>
            <a:off x="4845475" y="2431037"/>
            <a:ext cx="33825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84" name="Google Shape;484;p47"/>
          <p:cNvSpPr txBox="1"/>
          <p:nvPr>
            <p:ph idx="8" type="subTitle"/>
          </p:nvPr>
        </p:nvSpPr>
        <p:spPr>
          <a:xfrm>
            <a:off x="4845475" y="2098390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485" name="Google Shape;485;p47"/>
          <p:cNvSpPr txBox="1"/>
          <p:nvPr>
            <p:ph idx="9" type="body"/>
          </p:nvPr>
        </p:nvSpPr>
        <p:spPr>
          <a:xfrm>
            <a:off x="356100" y="3243900"/>
            <a:ext cx="2798700" cy="1334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Horizontal - Dark">
  <p:cSld name="BLANK_1_1_1_1_1_1_1_1_1_1_1_1_1_1_2_1">
    <p:bg>
      <p:bgPr>
        <a:solidFill>
          <a:schemeClr val="lt1"/>
        </a:solidFill>
      </p:bgPr>
    </p:bg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48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88" name="Google Shape;488;p48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89" name="Google Shape;489;p48"/>
          <p:cNvSpPr txBox="1"/>
          <p:nvPr>
            <p:ph idx="2" type="body"/>
          </p:nvPr>
        </p:nvSpPr>
        <p:spPr>
          <a:xfrm>
            <a:off x="4845475" y="1361028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490" name="Google Shape;490;p48"/>
          <p:cNvSpPr txBox="1"/>
          <p:nvPr>
            <p:ph idx="3" type="subTitle"/>
          </p:nvPr>
        </p:nvSpPr>
        <p:spPr>
          <a:xfrm>
            <a:off x="4845475" y="1028377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491" name="Google Shape;491;p48"/>
          <p:cNvSpPr txBox="1"/>
          <p:nvPr>
            <p:ph idx="4" type="body"/>
          </p:nvPr>
        </p:nvSpPr>
        <p:spPr>
          <a:xfrm>
            <a:off x="4845475" y="2595865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92" name="Google Shape;492;p48"/>
          <p:cNvSpPr txBox="1"/>
          <p:nvPr>
            <p:ph idx="5" type="subTitle"/>
          </p:nvPr>
        </p:nvSpPr>
        <p:spPr>
          <a:xfrm>
            <a:off x="4845475" y="2263215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493" name="Google Shape;493;p48"/>
          <p:cNvSpPr txBox="1"/>
          <p:nvPr>
            <p:ph idx="6" type="body"/>
          </p:nvPr>
        </p:nvSpPr>
        <p:spPr>
          <a:xfrm>
            <a:off x="4845475" y="3870078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494" name="Google Shape;494;p48"/>
          <p:cNvSpPr txBox="1"/>
          <p:nvPr>
            <p:ph idx="7" type="subTitle"/>
          </p:nvPr>
        </p:nvSpPr>
        <p:spPr>
          <a:xfrm>
            <a:off x="4845475" y="3537427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495" name="Google Shape;495;p48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96" name="Google Shape;496;p48"/>
          <p:cNvSpPr txBox="1"/>
          <p:nvPr>
            <p:ph idx="8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four big ideas">
  <p:cSld name="BLANK_1_1_1_1_1_1_1_1_1_1_1_1_1_1_1">
    <p:bg>
      <p:bgPr>
        <a:solidFill>
          <a:schemeClr val="lt1"/>
        </a:solidFill>
      </p:bgPr>
    </p:bg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49"/>
          <p:cNvSpPr txBox="1"/>
          <p:nvPr>
            <p:ph idx="1" type="body"/>
          </p:nvPr>
        </p:nvSpPr>
        <p:spPr>
          <a:xfrm>
            <a:off x="2610420" y="2943375"/>
            <a:ext cx="1645800" cy="16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499" name="Google Shape;499;p49"/>
          <p:cNvSpPr txBox="1"/>
          <p:nvPr>
            <p:ph idx="2" type="subTitle"/>
          </p:nvPr>
        </p:nvSpPr>
        <p:spPr>
          <a:xfrm>
            <a:off x="2610418" y="2169054"/>
            <a:ext cx="1645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500" name="Google Shape;500;p49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01" name="Google Shape;501;p49"/>
          <p:cNvSpPr txBox="1"/>
          <p:nvPr>
            <p:ph idx="3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02" name="Google Shape;502;p49"/>
          <p:cNvSpPr txBox="1"/>
          <p:nvPr>
            <p:ph idx="4" type="body"/>
          </p:nvPr>
        </p:nvSpPr>
        <p:spPr>
          <a:xfrm>
            <a:off x="4889772" y="2943375"/>
            <a:ext cx="1645800" cy="16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03" name="Google Shape;503;p49"/>
          <p:cNvSpPr txBox="1"/>
          <p:nvPr>
            <p:ph idx="5" type="subTitle"/>
          </p:nvPr>
        </p:nvSpPr>
        <p:spPr>
          <a:xfrm>
            <a:off x="4889774" y="2169054"/>
            <a:ext cx="1645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504" name="Google Shape;504;p49"/>
          <p:cNvSpPr txBox="1"/>
          <p:nvPr>
            <p:ph idx="6" type="body"/>
          </p:nvPr>
        </p:nvSpPr>
        <p:spPr>
          <a:xfrm>
            <a:off x="7130875" y="2943375"/>
            <a:ext cx="1645800" cy="16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505" name="Google Shape;505;p49"/>
          <p:cNvSpPr txBox="1"/>
          <p:nvPr>
            <p:ph idx="7" type="subTitle"/>
          </p:nvPr>
        </p:nvSpPr>
        <p:spPr>
          <a:xfrm>
            <a:off x="7130874" y="2169054"/>
            <a:ext cx="1645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506" name="Google Shape;506;p49"/>
          <p:cNvSpPr txBox="1"/>
          <p:nvPr>
            <p:ph idx="8" type="body"/>
          </p:nvPr>
        </p:nvSpPr>
        <p:spPr>
          <a:xfrm>
            <a:off x="360525" y="2943375"/>
            <a:ext cx="1645800" cy="16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07" name="Google Shape;507;p49"/>
          <p:cNvSpPr txBox="1"/>
          <p:nvPr>
            <p:ph idx="9" type="subTitle"/>
          </p:nvPr>
        </p:nvSpPr>
        <p:spPr>
          <a:xfrm>
            <a:off x="360533" y="2169054"/>
            <a:ext cx="1645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508" name="Google Shape;508;p49"/>
          <p:cNvSpPr txBox="1"/>
          <p:nvPr>
            <p:ph idx="13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509" name="Google Shape;509;p49"/>
          <p:cNvSpPr txBox="1"/>
          <p:nvPr>
            <p:ph type="title"/>
          </p:nvPr>
        </p:nvSpPr>
        <p:spPr>
          <a:xfrm>
            <a:off x="1938175" y="988550"/>
            <a:ext cx="52677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big ideas">
  <p:cSld name="BLANK_1_1_1_1_1_1_1_1_1_1_1_1_1_1_1_3">
    <p:bg>
      <p:bgPr>
        <a:solidFill>
          <a:schemeClr val="accent2"/>
        </a:solidFill>
      </p:bgPr>
    </p:bg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50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12" name="Google Shape;512;p50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3" name="Google Shape;513;p50"/>
          <p:cNvSpPr txBox="1"/>
          <p:nvPr>
            <p:ph idx="2" type="body"/>
          </p:nvPr>
        </p:nvSpPr>
        <p:spPr>
          <a:xfrm>
            <a:off x="361975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514" name="Google Shape;514;p50"/>
          <p:cNvSpPr txBox="1"/>
          <p:nvPr>
            <p:ph idx="3" type="subTitle"/>
          </p:nvPr>
        </p:nvSpPr>
        <p:spPr>
          <a:xfrm>
            <a:off x="361975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515" name="Google Shape;515;p50"/>
          <p:cNvSpPr txBox="1"/>
          <p:nvPr>
            <p:ph idx="4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516" name="Google Shape;516;p50"/>
          <p:cNvSpPr txBox="1"/>
          <p:nvPr>
            <p:ph type="title"/>
          </p:nvPr>
        </p:nvSpPr>
        <p:spPr>
          <a:xfrm>
            <a:off x="1938175" y="988550"/>
            <a:ext cx="52677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517" name="Google Shape;517;p50"/>
          <p:cNvSpPr txBox="1"/>
          <p:nvPr>
            <p:ph idx="5" type="subTitle"/>
          </p:nvPr>
        </p:nvSpPr>
        <p:spPr>
          <a:xfrm>
            <a:off x="7319275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518" name="Google Shape;518;p50"/>
          <p:cNvSpPr txBox="1"/>
          <p:nvPr>
            <p:ph idx="6" type="body"/>
          </p:nvPr>
        </p:nvSpPr>
        <p:spPr>
          <a:xfrm>
            <a:off x="2101300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519" name="Google Shape;519;p50"/>
          <p:cNvSpPr txBox="1"/>
          <p:nvPr>
            <p:ph idx="7" type="body"/>
          </p:nvPr>
        </p:nvSpPr>
        <p:spPr>
          <a:xfrm>
            <a:off x="3840625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520" name="Google Shape;520;p50"/>
          <p:cNvSpPr txBox="1"/>
          <p:nvPr>
            <p:ph idx="8" type="body"/>
          </p:nvPr>
        </p:nvSpPr>
        <p:spPr>
          <a:xfrm>
            <a:off x="5579950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521" name="Google Shape;521;p50"/>
          <p:cNvSpPr txBox="1"/>
          <p:nvPr>
            <p:ph idx="9" type="subTitle"/>
          </p:nvPr>
        </p:nvSpPr>
        <p:spPr>
          <a:xfrm>
            <a:off x="2101300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522" name="Google Shape;522;p50"/>
          <p:cNvSpPr txBox="1"/>
          <p:nvPr>
            <p:ph idx="13" type="subTitle"/>
          </p:nvPr>
        </p:nvSpPr>
        <p:spPr>
          <a:xfrm>
            <a:off x="3840625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523" name="Google Shape;523;p50"/>
          <p:cNvSpPr txBox="1"/>
          <p:nvPr>
            <p:ph idx="14" type="subTitle"/>
          </p:nvPr>
        </p:nvSpPr>
        <p:spPr>
          <a:xfrm>
            <a:off x="5579950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524" name="Google Shape;524;p50"/>
          <p:cNvSpPr txBox="1"/>
          <p:nvPr>
            <p:ph idx="15" type="body"/>
          </p:nvPr>
        </p:nvSpPr>
        <p:spPr>
          <a:xfrm>
            <a:off x="7319275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1">
  <p:cSld name="BLANK_1_1_1_1_1_1_1_1_1_1_1_1_1_1_1_2">
    <p:bg>
      <p:bgPr>
        <a:solidFill>
          <a:schemeClr val="lt1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51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7" name="Google Shape;527;p51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8" name="Google Shape;528;p51"/>
          <p:cNvSpPr txBox="1"/>
          <p:nvPr>
            <p:ph idx="2" type="body"/>
          </p:nvPr>
        </p:nvSpPr>
        <p:spPr>
          <a:xfrm>
            <a:off x="7130875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529" name="Google Shape;529;p51"/>
          <p:cNvSpPr txBox="1"/>
          <p:nvPr>
            <p:ph idx="3" type="subTitle"/>
          </p:nvPr>
        </p:nvSpPr>
        <p:spPr>
          <a:xfrm>
            <a:off x="7130875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530" name="Google Shape;530;p51"/>
          <p:cNvSpPr txBox="1"/>
          <p:nvPr>
            <p:ph idx="4" type="subTitle"/>
          </p:nvPr>
        </p:nvSpPr>
        <p:spPr>
          <a:xfrm>
            <a:off x="7130875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531" name="Google Shape;531;p51"/>
          <p:cNvSpPr txBox="1"/>
          <p:nvPr>
            <p:ph idx="5" type="body"/>
          </p:nvPr>
        </p:nvSpPr>
        <p:spPr>
          <a:xfrm>
            <a:off x="4892138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532" name="Google Shape;532;p51"/>
          <p:cNvSpPr txBox="1"/>
          <p:nvPr>
            <p:ph idx="6" type="subTitle"/>
          </p:nvPr>
        </p:nvSpPr>
        <p:spPr>
          <a:xfrm>
            <a:off x="4892138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533" name="Google Shape;533;p51"/>
          <p:cNvSpPr txBox="1"/>
          <p:nvPr>
            <p:ph idx="7" type="subTitle"/>
          </p:nvPr>
        </p:nvSpPr>
        <p:spPr>
          <a:xfrm>
            <a:off x="4892138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534" name="Google Shape;534;p51"/>
          <p:cNvSpPr txBox="1"/>
          <p:nvPr>
            <p:ph idx="8" type="body"/>
          </p:nvPr>
        </p:nvSpPr>
        <p:spPr>
          <a:xfrm>
            <a:off x="2607050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535" name="Google Shape;535;p51"/>
          <p:cNvSpPr txBox="1"/>
          <p:nvPr>
            <p:ph idx="9" type="subTitle"/>
          </p:nvPr>
        </p:nvSpPr>
        <p:spPr>
          <a:xfrm>
            <a:off x="2607050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536" name="Google Shape;536;p51"/>
          <p:cNvSpPr txBox="1"/>
          <p:nvPr>
            <p:ph idx="13" type="subTitle"/>
          </p:nvPr>
        </p:nvSpPr>
        <p:spPr>
          <a:xfrm>
            <a:off x="2607050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537" name="Google Shape;537;p51"/>
          <p:cNvSpPr txBox="1"/>
          <p:nvPr>
            <p:ph idx="14" type="body"/>
          </p:nvPr>
        </p:nvSpPr>
        <p:spPr>
          <a:xfrm>
            <a:off x="361975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538" name="Google Shape;538;p51"/>
          <p:cNvSpPr txBox="1"/>
          <p:nvPr>
            <p:ph idx="15" type="subTitle"/>
          </p:nvPr>
        </p:nvSpPr>
        <p:spPr>
          <a:xfrm>
            <a:off x="361975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539" name="Google Shape;539;p51"/>
          <p:cNvSpPr txBox="1"/>
          <p:nvPr>
            <p:ph idx="16" type="subTitle"/>
          </p:nvPr>
        </p:nvSpPr>
        <p:spPr>
          <a:xfrm>
            <a:off x="361975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540" name="Google Shape;540;p51"/>
          <p:cNvSpPr txBox="1"/>
          <p:nvPr>
            <p:ph idx="17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541" name="Google Shape;541;p51"/>
          <p:cNvSpPr txBox="1"/>
          <p:nvPr>
            <p:ph type="title"/>
          </p:nvPr>
        </p:nvSpPr>
        <p:spPr>
          <a:xfrm>
            <a:off x="1406600" y="988557"/>
            <a:ext cx="6330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CUSTOM_7_1_1_1_1_1_1_1_1_1_1_1_1_1_1_1_1">
    <p:bg>
      <p:bgPr>
        <a:solidFill>
          <a:schemeClr val="lt1"/>
        </a:solidFill>
      </p:bgPr>
    </p:bg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52"/>
          <p:cNvSpPr/>
          <p:nvPr>
            <p:ph idx="2" type="pic"/>
          </p:nvPr>
        </p:nvSpPr>
        <p:spPr>
          <a:xfrm>
            <a:off x="4587725" y="-8750"/>
            <a:ext cx="4572000" cy="5152200"/>
          </a:xfrm>
          <a:prstGeom prst="rect">
            <a:avLst/>
          </a:prstGeom>
          <a:noFill/>
          <a:ln>
            <a:noFill/>
          </a:ln>
        </p:spPr>
      </p:sp>
      <p:sp>
        <p:nvSpPr>
          <p:cNvPr id="544" name="Google Shape;544;p52"/>
          <p:cNvSpPr txBox="1"/>
          <p:nvPr>
            <p:ph type="title"/>
          </p:nvPr>
        </p:nvSpPr>
        <p:spPr>
          <a:xfrm>
            <a:off x="361975" y="923525"/>
            <a:ext cx="38601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45" name="Google Shape;545;p52"/>
          <p:cNvSpPr txBox="1"/>
          <p:nvPr>
            <p:ph idx="1" type="subTitle"/>
          </p:nvPr>
        </p:nvSpPr>
        <p:spPr>
          <a:xfrm>
            <a:off x="361975" y="255533"/>
            <a:ext cx="3860100" cy="3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46" name="Google Shape;546;p52"/>
          <p:cNvSpPr txBox="1"/>
          <p:nvPr>
            <p:ph idx="3" type="body"/>
          </p:nvPr>
        </p:nvSpPr>
        <p:spPr>
          <a:xfrm>
            <a:off x="547575" y="3337797"/>
            <a:ext cx="3492600" cy="132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 and Four steps">
  <p:cSld name="CUSTOM_7_1_1_1_1_1_1_1_1_1_1_1_1_1_1_1_1_1_2">
    <p:bg>
      <p:bgPr>
        <a:solidFill>
          <a:schemeClr val="lt1"/>
        </a:solidFill>
      </p:bgPr>
    </p:bg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53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9" name="Google Shape;549;p53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50" name="Google Shape;550;p53"/>
          <p:cNvSpPr/>
          <p:nvPr/>
        </p:nvSpPr>
        <p:spPr>
          <a:xfrm>
            <a:off x="50" y="2785800"/>
            <a:ext cx="2294400" cy="2357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51" name="Google Shape;551;p53"/>
          <p:cNvSpPr/>
          <p:nvPr/>
        </p:nvSpPr>
        <p:spPr>
          <a:xfrm>
            <a:off x="2286125" y="2068875"/>
            <a:ext cx="2294400" cy="30747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52" name="Google Shape;552;p53"/>
          <p:cNvSpPr/>
          <p:nvPr/>
        </p:nvSpPr>
        <p:spPr>
          <a:xfrm>
            <a:off x="4565475" y="1495326"/>
            <a:ext cx="2294400" cy="3648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53" name="Google Shape;553;p53"/>
          <p:cNvSpPr/>
          <p:nvPr/>
        </p:nvSpPr>
        <p:spPr>
          <a:xfrm>
            <a:off x="6849550" y="732775"/>
            <a:ext cx="2294400" cy="4410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54" name="Google Shape;554;p53"/>
          <p:cNvSpPr txBox="1"/>
          <p:nvPr/>
        </p:nvSpPr>
        <p:spPr>
          <a:xfrm>
            <a:off x="375350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rPr>
              <a:t>01</a:t>
            </a:r>
            <a:endParaRPr sz="3000">
              <a:solidFill>
                <a:schemeClr val="lt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555" name="Google Shape;555;p53"/>
          <p:cNvSpPr txBox="1"/>
          <p:nvPr/>
        </p:nvSpPr>
        <p:spPr>
          <a:xfrm>
            <a:off x="2665113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rPr>
              <a:t>02</a:t>
            </a:r>
            <a:endParaRPr sz="3000">
              <a:solidFill>
                <a:schemeClr val="dk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556" name="Google Shape;556;p53"/>
          <p:cNvSpPr txBox="1"/>
          <p:nvPr/>
        </p:nvSpPr>
        <p:spPr>
          <a:xfrm>
            <a:off x="4937688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rPr>
              <a:t>03</a:t>
            </a:r>
            <a:endParaRPr sz="3000">
              <a:solidFill>
                <a:schemeClr val="lt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557" name="Google Shape;557;p53"/>
          <p:cNvSpPr txBox="1"/>
          <p:nvPr/>
        </p:nvSpPr>
        <p:spPr>
          <a:xfrm>
            <a:off x="7230513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rPr>
              <a:t>04</a:t>
            </a:r>
            <a:endParaRPr sz="3000">
              <a:solidFill>
                <a:schemeClr val="lt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558" name="Google Shape;558;p53"/>
          <p:cNvSpPr txBox="1"/>
          <p:nvPr>
            <p:ph type="title"/>
          </p:nvPr>
        </p:nvSpPr>
        <p:spPr>
          <a:xfrm>
            <a:off x="361975" y="988782"/>
            <a:ext cx="3231600" cy="76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9pPr>
          </a:lstStyle>
          <a:p/>
        </p:txBody>
      </p:sp>
      <p:sp>
        <p:nvSpPr>
          <p:cNvPr id="559" name="Google Shape;559;p53"/>
          <p:cNvSpPr txBox="1"/>
          <p:nvPr>
            <p:ph idx="2" type="subTitle"/>
          </p:nvPr>
        </p:nvSpPr>
        <p:spPr>
          <a:xfrm>
            <a:off x="382691" y="3129231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0" name="Google Shape;560;p53"/>
          <p:cNvSpPr txBox="1"/>
          <p:nvPr>
            <p:ph idx="3" type="subTitle"/>
          </p:nvPr>
        </p:nvSpPr>
        <p:spPr>
          <a:xfrm>
            <a:off x="377048" y="3344302"/>
            <a:ext cx="1689600" cy="96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561" name="Google Shape;561;p53"/>
          <p:cNvSpPr txBox="1"/>
          <p:nvPr>
            <p:ph idx="4" type="subTitle"/>
          </p:nvPr>
        </p:nvSpPr>
        <p:spPr>
          <a:xfrm>
            <a:off x="2671462" y="2450249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62" name="Google Shape;562;p53"/>
          <p:cNvSpPr txBox="1"/>
          <p:nvPr>
            <p:ph idx="5" type="subTitle"/>
          </p:nvPr>
        </p:nvSpPr>
        <p:spPr>
          <a:xfrm>
            <a:off x="2665825" y="2665171"/>
            <a:ext cx="1689600" cy="14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563" name="Google Shape;563;p53"/>
          <p:cNvSpPr txBox="1"/>
          <p:nvPr>
            <p:ph idx="6" type="subTitle"/>
          </p:nvPr>
        </p:nvSpPr>
        <p:spPr>
          <a:xfrm>
            <a:off x="4943337" y="1884672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4" name="Google Shape;564;p53"/>
          <p:cNvSpPr txBox="1"/>
          <p:nvPr>
            <p:ph idx="7" type="subTitle"/>
          </p:nvPr>
        </p:nvSpPr>
        <p:spPr>
          <a:xfrm>
            <a:off x="4937700" y="2099593"/>
            <a:ext cx="1689600" cy="162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565" name="Google Shape;565;p53"/>
          <p:cNvSpPr txBox="1"/>
          <p:nvPr>
            <p:ph idx="8" type="subTitle"/>
          </p:nvPr>
        </p:nvSpPr>
        <p:spPr>
          <a:xfrm>
            <a:off x="7238787" y="1057472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6" name="Google Shape;566;p53"/>
          <p:cNvSpPr txBox="1"/>
          <p:nvPr>
            <p:ph idx="9" type="subTitle"/>
          </p:nvPr>
        </p:nvSpPr>
        <p:spPr>
          <a:xfrm>
            <a:off x="7233150" y="1272358"/>
            <a:ext cx="1689600" cy="219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Light">
  <p:cSld name="CUSTOM_7_1_1_1_1_1_1_1_1_1_1_1_1_1_1_1_1_1_1_1"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54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9" name="Google Shape;569;p54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0" name="Google Shape;570;p54"/>
          <p:cNvSpPr txBox="1"/>
          <p:nvPr>
            <p:ph type="title"/>
          </p:nvPr>
        </p:nvSpPr>
        <p:spPr>
          <a:xfrm>
            <a:off x="1453650" y="1325938"/>
            <a:ext cx="6236700" cy="20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5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5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5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5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5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5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5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500"/>
            </a:lvl9pPr>
          </a:lstStyle>
          <a:p/>
        </p:txBody>
      </p:sp>
      <p:sp>
        <p:nvSpPr>
          <p:cNvPr id="571" name="Google Shape;571;p54"/>
          <p:cNvSpPr/>
          <p:nvPr>
            <p:ph idx="2" type="pic"/>
          </p:nvPr>
        </p:nvSpPr>
        <p:spPr>
          <a:xfrm>
            <a:off x="1442350" y="3492500"/>
            <a:ext cx="408900" cy="408900"/>
          </a:xfrm>
          <a:prstGeom prst="ellipse">
            <a:avLst/>
          </a:prstGeom>
          <a:noFill/>
          <a:ln>
            <a:noFill/>
          </a:ln>
        </p:spPr>
      </p:sp>
      <p:sp>
        <p:nvSpPr>
          <p:cNvPr id="572" name="Google Shape;572;p54"/>
          <p:cNvSpPr txBox="1"/>
          <p:nvPr>
            <p:ph idx="3" type="subTitle"/>
          </p:nvPr>
        </p:nvSpPr>
        <p:spPr>
          <a:xfrm>
            <a:off x="1957375" y="3536000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573" name="Google Shape;573;p54"/>
          <p:cNvSpPr txBox="1"/>
          <p:nvPr>
            <p:ph idx="4" type="subTitle"/>
          </p:nvPr>
        </p:nvSpPr>
        <p:spPr>
          <a:xfrm>
            <a:off x="1957375" y="3678443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Dark">
  <p:cSld name="CUSTOM_7_1_1_1_1_1_1_1_1_1_1_1_1_1_1_1_1_1_1_1_1">
    <p:bg>
      <p:bgPr>
        <a:solidFill>
          <a:schemeClr val="lt1"/>
        </a:solidFill>
      </p:bgPr>
    </p:bg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55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76" name="Google Shape;576;p55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77" name="Google Shape;577;p55"/>
          <p:cNvSpPr txBox="1"/>
          <p:nvPr>
            <p:ph type="title"/>
          </p:nvPr>
        </p:nvSpPr>
        <p:spPr>
          <a:xfrm>
            <a:off x="1453650" y="1325938"/>
            <a:ext cx="6236700" cy="20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78" name="Google Shape;578;p55"/>
          <p:cNvSpPr/>
          <p:nvPr>
            <p:ph idx="2" type="pic"/>
          </p:nvPr>
        </p:nvSpPr>
        <p:spPr>
          <a:xfrm>
            <a:off x="1442350" y="3492500"/>
            <a:ext cx="408900" cy="408900"/>
          </a:xfrm>
          <a:prstGeom prst="ellipse">
            <a:avLst/>
          </a:prstGeom>
          <a:noFill/>
          <a:ln>
            <a:noFill/>
          </a:ln>
        </p:spPr>
      </p:sp>
      <p:sp>
        <p:nvSpPr>
          <p:cNvPr id="579" name="Google Shape;579;p55"/>
          <p:cNvSpPr txBox="1"/>
          <p:nvPr>
            <p:ph idx="3" type="subTitle"/>
          </p:nvPr>
        </p:nvSpPr>
        <p:spPr>
          <a:xfrm>
            <a:off x="1957375" y="3536000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580" name="Google Shape;580;p55"/>
          <p:cNvSpPr txBox="1"/>
          <p:nvPr>
            <p:ph idx="4" type="subTitle"/>
          </p:nvPr>
        </p:nvSpPr>
        <p:spPr>
          <a:xfrm>
            <a:off x="1957375" y="3678443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modules">
  <p:cSld name="CUSTOM">
    <p:bg>
      <p:bgPr>
        <a:solidFill>
          <a:schemeClr val="lt1"/>
        </a:solidFill>
      </p:bgPr>
    </p:bg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56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83" name="Google Shape;583;p56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84" name="Google Shape;584;p56"/>
          <p:cNvSpPr txBox="1"/>
          <p:nvPr>
            <p:ph idx="2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85" name="Google Shape;585;p56"/>
          <p:cNvSpPr txBox="1"/>
          <p:nvPr>
            <p:ph idx="3" type="body"/>
          </p:nvPr>
        </p:nvSpPr>
        <p:spPr>
          <a:xfrm>
            <a:off x="361975" y="3256513"/>
            <a:ext cx="3860100" cy="1327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586" name="Google Shape;586;p56"/>
          <p:cNvSpPr txBox="1"/>
          <p:nvPr>
            <p:ph idx="4" type="title"/>
          </p:nvPr>
        </p:nvSpPr>
        <p:spPr>
          <a:xfrm>
            <a:off x="4800825" y="258072"/>
            <a:ext cx="1762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587" name="Google Shape;587;p56"/>
          <p:cNvSpPr txBox="1"/>
          <p:nvPr>
            <p:ph idx="5" type="title"/>
          </p:nvPr>
        </p:nvSpPr>
        <p:spPr>
          <a:xfrm>
            <a:off x="7094925" y="258072"/>
            <a:ext cx="1762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88" name="Google Shape;588;p56"/>
          <p:cNvSpPr txBox="1"/>
          <p:nvPr>
            <p:ph idx="6" type="title"/>
          </p:nvPr>
        </p:nvSpPr>
        <p:spPr>
          <a:xfrm>
            <a:off x="4800825" y="1698225"/>
            <a:ext cx="1762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89" name="Google Shape;589;p56"/>
          <p:cNvSpPr txBox="1"/>
          <p:nvPr>
            <p:ph idx="7" type="body"/>
          </p:nvPr>
        </p:nvSpPr>
        <p:spPr>
          <a:xfrm>
            <a:off x="4800825" y="4122308"/>
            <a:ext cx="39759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590" name="Google Shape;590;p56"/>
          <p:cNvSpPr txBox="1"/>
          <p:nvPr>
            <p:ph idx="8" type="title"/>
          </p:nvPr>
        </p:nvSpPr>
        <p:spPr>
          <a:xfrm>
            <a:off x="4800825" y="3215225"/>
            <a:ext cx="3975900" cy="79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6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91" name="Google Shape;591;p56"/>
          <p:cNvSpPr txBox="1"/>
          <p:nvPr>
            <p:ph idx="9" type="body"/>
          </p:nvPr>
        </p:nvSpPr>
        <p:spPr>
          <a:xfrm>
            <a:off x="4800825" y="2268700"/>
            <a:ext cx="17622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92" name="Google Shape;592;p56"/>
          <p:cNvSpPr txBox="1"/>
          <p:nvPr>
            <p:ph idx="13" type="body"/>
          </p:nvPr>
        </p:nvSpPr>
        <p:spPr>
          <a:xfrm>
            <a:off x="7115650" y="2268700"/>
            <a:ext cx="17622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93" name="Google Shape;593;p56"/>
          <p:cNvSpPr txBox="1"/>
          <p:nvPr>
            <p:ph idx="14" type="body"/>
          </p:nvPr>
        </p:nvSpPr>
        <p:spPr>
          <a:xfrm>
            <a:off x="4800825" y="860100"/>
            <a:ext cx="17622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x modules">
  <p:cSld name="CUSTOM_1">
    <p:bg>
      <p:bgPr>
        <a:solidFill>
          <a:schemeClr val="lt1"/>
        </a:solidFill>
      </p:bgPr>
    </p:bg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57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96" name="Google Shape;596;p57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97" name="Google Shape;597;p57"/>
          <p:cNvSpPr txBox="1"/>
          <p:nvPr>
            <p:ph idx="2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98" name="Google Shape;598;p57"/>
          <p:cNvSpPr txBox="1"/>
          <p:nvPr>
            <p:ph idx="3" type="body"/>
          </p:nvPr>
        </p:nvSpPr>
        <p:spPr>
          <a:xfrm>
            <a:off x="4800825" y="3665600"/>
            <a:ext cx="3975900" cy="11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99" name="Google Shape;599;p57"/>
          <p:cNvSpPr txBox="1"/>
          <p:nvPr>
            <p:ph idx="4" type="subTitle"/>
          </p:nvPr>
        </p:nvSpPr>
        <p:spPr>
          <a:xfrm>
            <a:off x="4800825" y="3285232"/>
            <a:ext cx="3975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00" name="Google Shape;600;p57"/>
          <p:cNvSpPr txBox="1"/>
          <p:nvPr>
            <p:ph idx="5" type="body"/>
          </p:nvPr>
        </p:nvSpPr>
        <p:spPr>
          <a:xfrm>
            <a:off x="2611802" y="3665600"/>
            <a:ext cx="1627500" cy="11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601" name="Google Shape;601;p57"/>
          <p:cNvSpPr txBox="1"/>
          <p:nvPr>
            <p:ph idx="6" type="subTitle"/>
          </p:nvPr>
        </p:nvSpPr>
        <p:spPr>
          <a:xfrm>
            <a:off x="2611802" y="3285232"/>
            <a:ext cx="16275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602" name="Google Shape;602;p57"/>
          <p:cNvSpPr txBox="1"/>
          <p:nvPr>
            <p:ph idx="7" type="body"/>
          </p:nvPr>
        </p:nvSpPr>
        <p:spPr>
          <a:xfrm>
            <a:off x="361977" y="3665600"/>
            <a:ext cx="1627500" cy="11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03" name="Google Shape;603;p57"/>
          <p:cNvSpPr txBox="1"/>
          <p:nvPr>
            <p:ph idx="8" type="subTitle"/>
          </p:nvPr>
        </p:nvSpPr>
        <p:spPr>
          <a:xfrm>
            <a:off x="361977" y="3285232"/>
            <a:ext cx="16275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04" name="Google Shape;604;p57"/>
          <p:cNvSpPr txBox="1"/>
          <p:nvPr>
            <p:ph idx="9" type="body"/>
          </p:nvPr>
        </p:nvSpPr>
        <p:spPr>
          <a:xfrm>
            <a:off x="4900725" y="1196103"/>
            <a:ext cx="1627500" cy="138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05" name="Google Shape;605;p57"/>
          <p:cNvSpPr txBox="1"/>
          <p:nvPr>
            <p:ph idx="13" type="subTitle"/>
          </p:nvPr>
        </p:nvSpPr>
        <p:spPr>
          <a:xfrm>
            <a:off x="4900725" y="706863"/>
            <a:ext cx="16275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06" name="Google Shape;606;p57"/>
          <p:cNvSpPr txBox="1"/>
          <p:nvPr>
            <p:ph idx="14" type="body"/>
          </p:nvPr>
        </p:nvSpPr>
        <p:spPr>
          <a:xfrm>
            <a:off x="7149175" y="1196103"/>
            <a:ext cx="1627500" cy="138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607" name="Google Shape;607;p57"/>
          <p:cNvSpPr txBox="1"/>
          <p:nvPr>
            <p:ph idx="15" type="subTitle"/>
          </p:nvPr>
        </p:nvSpPr>
        <p:spPr>
          <a:xfrm>
            <a:off x="7149175" y="706863"/>
            <a:ext cx="16275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608" name="Google Shape;608;p57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modules">
  <p:cSld name="CUSTOM_1_1">
    <p:bg>
      <p:bgPr>
        <a:solidFill>
          <a:schemeClr val="lt1"/>
        </a:solidFill>
      </p:bgPr>
    </p:bg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58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11" name="Google Shape;611;p58"/>
          <p:cNvSpPr txBox="1"/>
          <p:nvPr>
            <p:ph idx="2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12" name="Google Shape;612;p58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13" name="Google Shape;613;p58"/>
          <p:cNvSpPr txBox="1"/>
          <p:nvPr>
            <p:ph type="title"/>
          </p:nvPr>
        </p:nvSpPr>
        <p:spPr>
          <a:xfrm>
            <a:off x="5796575" y="2351325"/>
            <a:ext cx="9895200" cy="7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14" name="Google Shape;614;p58"/>
          <p:cNvSpPr txBox="1"/>
          <p:nvPr>
            <p:ph idx="3" type="title"/>
          </p:nvPr>
        </p:nvSpPr>
        <p:spPr>
          <a:xfrm>
            <a:off x="5796575" y="507450"/>
            <a:ext cx="9895200" cy="7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9pPr>
          </a:lstStyle>
          <a:p/>
        </p:txBody>
      </p:sp>
      <p:sp>
        <p:nvSpPr>
          <p:cNvPr id="615" name="Google Shape;615;p58"/>
          <p:cNvSpPr txBox="1"/>
          <p:nvPr>
            <p:ph idx="4" type="subTitle"/>
          </p:nvPr>
        </p:nvSpPr>
        <p:spPr>
          <a:xfrm>
            <a:off x="5712600" y="4290612"/>
            <a:ext cx="2613300" cy="543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616" name="Google Shape;616;p58"/>
          <p:cNvSpPr txBox="1"/>
          <p:nvPr>
            <p:ph idx="5" type="subTitle"/>
          </p:nvPr>
        </p:nvSpPr>
        <p:spPr>
          <a:xfrm>
            <a:off x="5712600" y="3243901"/>
            <a:ext cx="2613300" cy="43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617" name="Google Shape;617;p58"/>
          <p:cNvSpPr txBox="1"/>
          <p:nvPr>
            <p:ph idx="6" type="subTitle"/>
          </p:nvPr>
        </p:nvSpPr>
        <p:spPr>
          <a:xfrm>
            <a:off x="5712600" y="1318375"/>
            <a:ext cx="2613300" cy="483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modules">
  <p:cSld name="CUSTOM_1_1_1"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59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0" name="Google Shape;620;p59"/>
          <p:cNvSpPr txBox="1"/>
          <p:nvPr>
            <p:ph idx="2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1" name="Google Shape;621;p59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22" name="Google Shape;622;p59"/>
          <p:cNvSpPr txBox="1"/>
          <p:nvPr>
            <p:ph type="title"/>
          </p:nvPr>
        </p:nvSpPr>
        <p:spPr>
          <a:xfrm>
            <a:off x="361975" y="988557"/>
            <a:ext cx="5018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with image - Alt 1">
  <p:cSld name="CUSTOM_2"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60"/>
          <p:cNvSpPr/>
          <p:nvPr>
            <p:ph idx="2" type="pic"/>
          </p:nvPr>
        </p:nvSpPr>
        <p:spPr>
          <a:xfrm>
            <a:off x="6289075" y="1793300"/>
            <a:ext cx="2853300" cy="3350400"/>
          </a:xfrm>
          <a:prstGeom prst="rect">
            <a:avLst/>
          </a:prstGeom>
          <a:noFill/>
          <a:ln>
            <a:noFill/>
          </a:ln>
        </p:spPr>
      </p:sp>
      <p:sp>
        <p:nvSpPr>
          <p:cNvPr id="625" name="Google Shape;625;p60"/>
          <p:cNvSpPr/>
          <p:nvPr/>
        </p:nvSpPr>
        <p:spPr>
          <a:xfrm>
            <a:off x="6289085" y="0"/>
            <a:ext cx="2853300" cy="1793100"/>
          </a:xfrm>
          <a:prstGeom prst="roundRect">
            <a:avLst>
              <a:gd fmla="val 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26" name="Google Shape;626;p60"/>
          <p:cNvSpPr txBox="1"/>
          <p:nvPr>
            <p:ph type="title"/>
          </p:nvPr>
        </p:nvSpPr>
        <p:spPr>
          <a:xfrm>
            <a:off x="361975" y="988550"/>
            <a:ext cx="5356800" cy="225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627" name="Google Shape;627;p60"/>
          <p:cNvSpPr txBox="1"/>
          <p:nvPr>
            <p:ph idx="1" type="body"/>
          </p:nvPr>
        </p:nvSpPr>
        <p:spPr>
          <a:xfrm>
            <a:off x="361975" y="3541582"/>
            <a:ext cx="3777000" cy="1044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628" name="Google Shape;628;p60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29" name="Google Shape;629;p60"/>
          <p:cNvSpPr txBox="1"/>
          <p:nvPr>
            <p:ph idx="3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with image - Alt 2">
  <p:cSld name="CUSTOM_2_1"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61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32" name="Google Shape;632;p61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3" name="Google Shape;633;p61"/>
          <p:cNvSpPr txBox="1"/>
          <p:nvPr>
            <p:ph idx="2" type="body"/>
          </p:nvPr>
        </p:nvSpPr>
        <p:spPr>
          <a:xfrm>
            <a:off x="1957800" y="4195275"/>
            <a:ext cx="5228400" cy="390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634" name="Google Shape;634;p61"/>
          <p:cNvSpPr txBox="1"/>
          <p:nvPr>
            <p:ph idx="3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635" name="Google Shape;635;p61"/>
          <p:cNvSpPr txBox="1"/>
          <p:nvPr>
            <p:ph type="title"/>
          </p:nvPr>
        </p:nvSpPr>
        <p:spPr>
          <a:xfrm>
            <a:off x="719400" y="988550"/>
            <a:ext cx="7705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636" name="Google Shape;636;p61"/>
          <p:cNvSpPr/>
          <p:nvPr>
            <p:ph idx="4" type="pic"/>
          </p:nvPr>
        </p:nvSpPr>
        <p:spPr>
          <a:xfrm>
            <a:off x="3982589" y="2427948"/>
            <a:ext cx="1179600" cy="1417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with image - Alt 3">
  <p:cSld name="CUSTOM_2_1_2">
    <p:bg>
      <p:bgPr>
        <a:solidFill>
          <a:schemeClr val="accent1"/>
        </a:solidFill>
      </p:bgPr>
    </p:bg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62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39" name="Google Shape;639;p62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0" name="Google Shape;640;p62"/>
          <p:cNvSpPr txBox="1"/>
          <p:nvPr>
            <p:ph idx="2" type="subTitle"/>
          </p:nvPr>
        </p:nvSpPr>
        <p:spPr>
          <a:xfrm>
            <a:off x="3154650" y="1051772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641" name="Google Shape;641;p62"/>
          <p:cNvSpPr txBox="1"/>
          <p:nvPr>
            <p:ph type="title"/>
          </p:nvPr>
        </p:nvSpPr>
        <p:spPr>
          <a:xfrm>
            <a:off x="3154650" y="1801500"/>
            <a:ext cx="5622000" cy="2832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9pPr>
          </a:lstStyle>
          <a:p/>
        </p:txBody>
      </p:sp>
      <p:sp>
        <p:nvSpPr>
          <p:cNvPr id="642" name="Google Shape;642;p62"/>
          <p:cNvSpPr/>
          <p:nvPr>
            <p:ph idx="3" type="pic"/>
          </p:nvPr>
        </p:nvSpPr>
        <p:spPr>
          <a:xfrm>
            <a:off x="361975" y="1066100"/>
            <a:ext cx="1967700" cy="1311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section header">
  <p:cSld name="CUSTOM_2_1_2_1_2">
    <p:bg>
      <p:bgPr>
        <a:solidFill>
          <a:schemeClr val="lt1"/>
        </a:solidFill>
      </p:bgPr>
    </p:bg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63"/>
          <p:cNvSpPr/>
          <p:nvPr>
            <p:ph idx="2" type="pic"/>
          </p:nvPr>
        </p:nvSpPr>
        <p:spPr>
          <a:xfrm>
            <a:off x="361975" y="781775"/>
            <a:ext cx="2872800" cy="3783300"/>
          </a:xfrm>
          <a:prstGeom prst="rect">
            <a:avLst/>
          </a:prstGeom>
          <a:noFill/>
          <a:ln>
            <a:noFill/>
          </a:ln>
        </p:spPr>
      </p:sp>
      <p:sp>
        <p:nvSpPr>
          <p:cNvPr id="645" name="Google Shape;645;p63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46" name="Google Shape;646;p63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47" name="Google Shape;647;p63"/>
          <p:cNvSpPr txBox="1"/>
          <p:nvPr>
            <p:ph idx="3" type="subTitle"/>
          </p:nvPr>
        </p:nvSpPr>
        <p:spPr>
          <a:xfrm>
            <a:off x="3657600" y="1051772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648" name="Google Shape;648;p63"/>
          <p:cNvSpPr txBox="1"/>
          <p:nvPr>
            <p:ph type="title"/>
          </p:nvPr>
        </p:nvSpPr>
        <p:spPr>
          <a:xfrm>
            <a:off x="3657600" y="1555450"/>
            <a:ext cx="5622000" cy="1750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49" name="Google Shape;649;p63"/>
          <p:cNvSpPr txBox="1"/>
          <p:nvPr>
            <p:ph idx="4" type="body"/>
          </p:nvPr>
        </p:nvSpPr>
        <p:spPr>
          <a:xfrm>
            <a:off x="3657600" y="3556575"/>
            <a:ext cx="3554400" cy="10293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with image - Alt 5">
  <p:cSld name="CUSTOM_2_1_2_1_1">
    <p:bg>
      <p:bgPr>
        <a:solidFill>
          <a:schemeClr val="accent2"/>
        </a:solidFill>
      </p:bgPr>
    </p:bg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he reflective glass facade of a skyscraper. " id="651" name="Google Shape;651;p64"/>
          <p:cNvPicPr preferRelativeResize="0"/>
          <p:nvPr/>
        </p:nvPicPr>
        <p:blipFill rotWithShape="1">
          <a:blip r:embed="rId2">
            <a:alphaModFix amt="14000"/>
          </a:blip>
          <a:srcRect b="15604" l="0" r="0" t="0"/>
          <a:stretch/>
        </p:blipFill>
        <p:spPr>
          <a:xfrm>
            <a:off x="0" y="-815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52" name="Google Shape;652;p64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3" name="Google Shape;653;p64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4" name="Google Shape;654;p64"/>
          <p:cNvSpPr txBox="1"/>
          <p:nvPr>
            <p:ph idx="2" type="body"/>
          </p:nvPr>
        </p:nvSpPr>
        <p:spPr>
          <a:xfrm>
            <a:off x="1957800" y="4195275"/>
            <a:ext cx="5228400" cy="390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655" name="Google Shape;655;p64"/>
          <p:cNvSpPr txBox="1"/>
          <p:nvPr>
            <p:ph idx="3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656" name="Google Shape;656;p64"/>
          <p:cNvSpPr txBox="1"/>
          <p:nvPr>
            <p:ph type="title"/>
          </p:nvPr>
        </p:nvSpPr>
        <p:spPr>
          <a:xfrm>
            <a:off x="719400" y="988550"/>
            <a:ext cx="7705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657" name="Google Shape;657;p64"/>
          <p:cNvSpPr/>
          <p:nvPr>
            <p:ph idx="4" type="pic"/>
          </p:nvPr>
        </p:nvSpPr>
        <p:spPr>
          <a:xfrm>
            <a:off x="3588150" y="2027104"/>
            <a:ext cx="1967700" cy="1311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- Alt 2">
  <p:cSld name="CUSTOM_2_1_1_1">
    <p:bg>
      <p:bgPr>
        <a:solidFill>
          <a:schemeClr val="accent1"/>
        </a:solidFill>
      </p:bgPr>
    </p:bg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modern glass skyscraper. " id="659" name="Google Shape;659;p65"/>
          <p:cNvPicPr preferRelativeResize="0"/>
          <p:nvPr/>
        </p:nvPicPr>
        <p:blipFill rotWithShape="1">
          <a:blip r:embed="rId2">
            <a:alphaModFix amt="14000"/>
          </a:blip>
          <a:srcRect b="15604" l="0" r="0" t="0"/>
          <a:stretch/>
        </p:blipFill>
        <p:spPr>
          <a:xfrm>
            <a:off x="0" y="-815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60" name="Google Shape;660;p65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61" name="Google Shape;661;p65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2" name="Google Shape;662;p65"/>
          <p:cNvSpPr txBox="1"/>
          <p:nvPr>
            <p:ph idx="2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663" name="Google Shape;663;p65"/>
          <p:cNvSpPr txBox="1"/>
          <p:nvPr>
            <p:ph type="title"/>
          </p:nvPr>
        </p:nvSpPr>
        <p:spPr>
          <a:xfrm>
            <a:off x="1128900" y="1430400"/>
            <a:ext cx="6886200" cy="228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overview - Six modules">
  <p:cSld name="CUSTOM_3">
    <p:bg>
      <p:bgPr>
        <a:solidFill>
          <a:schemeClr val="lt1"/>
        </a:solidFill>
      </p:bgPr>
    </p:bg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65" name="Google Shape;665;p66"/>
          <p:cNvCxnSpPr/>
          <p:nvPr/>
        </p:nvCxnSpPr>
        <p:spPr>
          <a:xfrm>
            <a:off x="6096087" y="1794800"/>
            <a:ext cx="0" cy="27552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6" name="Google Shape;666;p66"/>
          <p:cNvCxnSpPr/>
          <p:nvPr/>
        </p:nvCxnSpPr>
        <p:spPr>
          <a:xfrm>
            <a:off x="3048087" y="1794800"/>
            <a:ext cx="0" cy="27552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7" name="Google Shape;667;p66"/>
          <p:cNvCxnSpPr/>
          <p:nvPr/>
        </p:nvCxnSpPr>
        <p:spPr>
          <a:xfrm>
            <a:off x="50" y="3174279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68" name="Google Shape;668;p66"/>
          <p:cNvSpPr txBox="1"/>
          <p:nvPr>
            <p:ph idx="1" type="subTitle"/>
          </p:nvPr>
        </p:nvSpPr>
        <p:spPr>
          <a:xfrm>
            <a:off x="363200" y="2516650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69" name="Google Shape;669;p66"/>
          <p:cNvSpPr txBox="1"/>
          <p:nvPr>
            <p:ph idx="2" type="subTitle"/>
          </p:nvPr>
        </p:nvSpPr>
        <p:spPr>
          <a:xfrm>
            <a:off x="361975" y="2227250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670" name="Google Shape;670;p66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71" name="Google Shape;671;p66"/>
          <p:cNvSpPr txBox="1"/>
          <p:nvPr>
            <p:ph idx="3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72" name="Google Shape;672;p66"/>
          <p:cNvSpPr txBox="1"/>
          <p:nvPr>
            <p:ph type="title"/>
          </p:nvPr>
        </p:nvSpPr>
        <p:spPr>
          <a:xfrm>
            <a:off x="361975" y="962092"/>
            <a:ext cx="57186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73" name="Google Shape;673;p66"/>
          <p:cNvSpPr txBox="1"/>
          <p:nvPr>
            <p:ph idx="4" type="subTitle"/>
          </p:nvPr>
        </p:nvSpPr>
        <p:spPr>
          <a:xfrm>
            <a:off x="3411825" y="2516650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74" name="Google Shape;674;p66"/>
          <p:cNvSpPr txBox="1"/>
          <p:nvPr>
            <p:ph idx="5" type="subTitle"/>
          </p:nvPr>
        </p:nvSpPr>
        <p:spPr>
          <a:xfrm>
            <a:off x="3410600" y="2227250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675" name="Google Shape;675;p66"/>
          <p:cNvSpPr txBox="1"/>
          <p:nvPr>
            <p:ph idx="6" type="subTitle"/>
          </p:nvPr>
        </p:nvSpPr>
        <p:spPr>
          <a:xfrm>
            <a:off x="6460475" y="2516650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76" name="Google Shape;676;p66"/>
          <p:cNvSpPr txBox="1"/>
          <p:nvPr>
            <p:ph idx="7" type="subTitle"/>
          </p:nvPr>
        </p:nvSpPr>
        <p:spPr>
          <a:xfrm>
            <a:off x="6459250" y="2227250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677" name="Google Shape;677;p66"/>
          <p:cNvSpPr txBox="1"/>
          <p:nvPr>
            <p:ph idx="8" type="subTitle"/>
          </p:nvPr>
        </p:nvSpPr>
        <p:spPr>
          <a:xfrm>
            <a:off x="363200" y="3864775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78" name="Google Shape;678;p66"/>
          <p:cNvSpPr txBox="1"/>
          <p:nvPr>
            <p:ph idx="9" type="subTitle"/>
          </p:nvPr>
        </p:nvSpPr>
        <p:spPr>
          <a:xfrm>
            <a:off x="361975" y="3575375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679" name="Google Shape;679;p66"/>
          <p:cNvSpPr txBox="1"/>
          <p:nvPr>
            <p:ph idx="13" type="subTitle"/>
          </p:nvPr>
        </p:nvSpPr>
        <p:spPr>
          <a:xfrm>
            <a:off x="3411825" y="3864775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80" name="Google Shape;680;p66"/>
          <p:cNvSpPr txBox="1"/>
          <p:nvPr>
            <p:ph idx="14" type="subTitle"/>
          </p:nvPr>
        </p:nvSpPr>
        <p:spPr>
          <a:xfrm>
            <a:off x="3410600" y="3575375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681" name="Google Shape;681;p66"/>
          <p:cNvSpPr txBox="1"/>
          <p:nvPr>
            <p:ph idx="15" type="subTitle"/>
          </p:nvPr>
        </p:nvSpPr>
        <p:spPr>
          <a:xfrm>
            <a:off x="6460475" y="3864775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82" name="Google Shape;682;p66"/>
          <p:cNvSpPr txBox="1"/>
          <p:nvPr>
            <p:ph idx="16" type="subTitle"/>
          </p:nvPr>
        </p:nvSpPr>
        <p:spPr>
          <a:xfrm>
            <a:off x="6459250" y="3575375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ence - Alt 1">
  <p:cSld name="CUSTOM_4"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67"/>
          <p:cNvSpPr txBox="1"/>
          <p:nvPr>
            <p:ph idx="1" type="subTitle"/>
          </p:nvPr>
        </p:nvSpPr>
        <p:spPr>
          <a:xfrm>
            <a:off x="742900" y="2158550"/>
            <a:ext cx="32130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685" name="Google Shape;685;p67"/>
          <p:cNvSpPr txBox="1"/>
          <p:nvPr>
            <p:ph idx="2" type="body"/>
          </p:nvPr>
        </p:nvSpPr>
        <p:spPr>
          <a:xfrm>
            <a:off x="742900" y="2381875"/>
            <a:ext cx="3213000" cy="4617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686" name="Google Shape;686;p67"/>
          <p:cNvSpPr/>
          <p:nvPr>
            <p:ph idx="3" type="pic"/>
          </p:nvPr>
        </p:nvSpPr>
        <p:spPr>
          <a:xfrm>
            <a:off x="5402575" y="0"/>
            <a:ext cx="3739800" cy="3129600"/>
          </a:xfrm>
          <a:prstGeom prst="rect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7" name="Google Shape;687;p67"/>
          <p:cNvSpPr txBox="1"/>
          <p:nvPr>
            <p:ph type="title"/>
          </p:nvPr>
        </p:nvSpPr>
        <p:spPr>
          <a:xfrm>
            <a:off x="361975" y="988550"/>
            <a:ext cx="4297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688" name="Google Shape;688;p67"/>
          <p:cNvSpPr txBox="1"/>
          <p:nvPr>
            <p:ph idx="4" type="subTitle"/>
          </p:nvPr>
        </p:nvSpPr>
        <p:spPr>
          <a:xfrm>
            <a:off x="361975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9" name="Google Shape;689;p67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90" name="Google Shape;690;p67"/>
          <p:cNvSpPr txBox="1"/>
          <p:nvPr>
            <p:ph idx="5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1" name="Google Shape;691;p67"/>
          <p:cNvSpPr txBox="1"/>
          <p:nvPr>
            <p:ph idx="6" type="subTitle"/>
          </p:nvPr>
        </p:nvSpPr>
        <p:spPr>
          <a:xfrm>
            <a:off x="5785175" y="3335324"/>
            <a:ext cx="29916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692" name="Google Shape;692;p67"/>
          <p:cNvSpPr txBox="1"/>
          <p:nvPr>
            <p:ph idx="7" type="subTitle"/>
          </p:nvPr>
        </p:nvSpPr>
        <p:spPr>
          <a:xfrm>
            <a:off x="742900" y="3910855"/>
            <a:ext cx="3213000" cy="1386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693" name="Google Shape;693;p67"/>
          <p:cNvSpPr txBox="1"/>
          <p:nvPr>
            <p:ph idx="8" type="body"/>
          </p:nvPr>
        </p:nvSpPr>
        <p:spPr>
          <a:xfrm>
            <a:off x="742900" y="4134180"/>
            <a:ext cx="3213000" cy="46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694" name="Google Shape;694;p67"/>
          <p:cNvSpPr txBox="1"/>
          <p:nvPr>
            <p:ph idx="9" type="subTitle"/>
          </p:nvPr>
        </p:nvSpPr>
        <p:spPr>
          <a:xfrm>
            <a:off x="742900" y="3050778"/>
            <a:ext cx="3213000" cy="1386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695" name="Google Shape;695;p67"/>
          <p:cNvSpPr txBox="1"/>
          <p:nvPr>
            <p:ph idx="13" type="body"/>
          </p:nvPr>
        </p:nvSpPr>
        <p:spPr>
          <a:xfrm>
            <a:off x="742900" y="3274103"/>
            <a:ext cx="3213000" cy="4617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696" name="Google Shape;696;p67"/>
          <p:cNvSpPr txBox="1"/>
          <p:nvPr>
            <p:ph idx="14" type="body"/>
          </p:nvPr>
        </p:nvSpPr>
        <p:spPr>
          <a:xfrm>
            <a:off x="5785175" y="4134175"/>
            <a:ext cx="29916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ence - Alt 2">
  <p:cSld name="CUSTOM_4_1"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68"/>
          <p:cNvSpPr/>
          <p:nvPr>
            <p:ph idx="2" type="pic"/>
          </p:nvPr>
        </p:nvSpPr>
        <p:spPr>
          <a:xfrm>
            <a:off x="75" y="0"/>
            <a:ext cx="2853300" cy="2436600"/>
          </a:xfrm>
          <a:prstGeom prst="rect">
            <a:avLst/>
          </a:prstGeom>
          <a:noFill/>
          <a:ln>
            <a:noFill/>
          </a:ln>
        </p:spPr>
      </p:sp>
      <p:sp>
        <p:nvSpPr>
          <p:cNvPr id="699" name="Google Shape;699;p68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00" name="Google Shape;700;p68"/>
          <p:cNvSpPr txBox="1"/>
          <p:nvPr>
            <p:ph idx="1" type="subTitle"/>
          </p:nvPr>
        </p:nvSpPr>
        <p:spPr>
          <a:xfrm>
            <a:off x="361975" y="2614325"/>
            <a:ext cx="20616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- Four members">
  <p:cSld name="CUSTOM_5">
    <p:bg>
      <p:bgPr>
        <a:solidFill>
          <a:schemeClr val="lt1"/>
        </a:solidFill>
      </p:bgPr>
    </p:bg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69"/>
          <p:cNvSpPr txBox="1"/>
          <p:nvPr>
            <p:ph idx="1" type="body"/>
          </p:nvPr>
        </p:nvSpPr>
        <p:spPr>
          <a:xfrm>
            <a:off x="352800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703" name="Google Shape;703;p69"/>
          <p:cNvSpPr txBox="1"/>
          <p:nvPr>
            <p:ph idx="2" type="body"/>
          </p:nvPr>
        </p:nvSpPr>
        <p:spPr>
          <a:xfrm>
            <a:off x="7187875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704" name="Google Shape;704;p69"/>
          <p:cNvSpPr txBox="1"/>
          <p:nvPr>
            <p:ph idx="3" type="body"/>
          </p:nvPr>
        </p:nvSpPr>
        <p:spPr>
          <a:xfrm>
            <a:off x="4924400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705" name="Google Shape;705;p69"/>
          <p:cNvSpPr txBox="1"/>
          <p:nvPr>
            <p:ph idx="4" type="body"/>
          </p:nvPr>
        </p:nvSpPr>
        <p:spPr>
          <a:xfrm>
            <a:off x="2643063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706" name="Google Shape;706;p69"/>
          <p:cNvSpPr/>
          <p:nvPr>
            <p:ph idx="5" type="pic"/>
          </p:nvPr>
        </p:nvSpPr>
        <p:spPr>
          <a:xfrm>
            <a:off x="2941550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sp>
        <p:nvSpPr>
          <p:cNvPr id="707" name="Google Shape;707;p69"/>
          <p:cNvSpPr/>
          <p:nvPr>
            <p:ph idx="6" type="pic"/>
          </p:nvPr>
        </p:nvSpPr>
        <p:spPr>
          <a:xfrm>
            <a:off x="5227063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sp>
        <p:nvSpPr>
          <p:cNvPr id="708" name="Google Shape;708;p69"/>
          <p:cNvSpPr/>
          <p:nvPr>
            <p:ph idx="7" type="pic"/>
          </p:nvPr>
        </p:nvSpPr>
        <p:spPr>
          <a:xfrm>
            <a:off x="7495263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709" name="Google Shape;709;p69"/>
          <p:cNvCxnSpPr/>
          <p:nvPr/>
        </p:nvCxnSpPr>
        <p:spPr>
          <a:xfrm>
            <a:off x="2286125" y="1801500"/>
            <a:ext cx="0" cy="3342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0" name="Google Shape;710;p69"/>
          <p:cNvCxnSpPr/>
          <p:nvPr/>
        </p:nvCxnSpPr>
        <p:spPr>
          <a:xfrm>
            <a:off x="4580525" y="1801500"/>
            <a:ext cx="0" cy="3342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1" name="Google Shape;711;p69"/>
          <p:cNvCxnSpPr/>
          <p:nvPr/>
        </p:nvCxnSpPr>
        <p:spPr>
          <a:xfrm>
            <a:off x="6857075" y="1801500"/>
            <a:ext cx="0" cy="3342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2" name="Google Shape;712;p69"/>
          <p:cNvSpPr/>
          <p:nvPr>
            <p:ph idx="8" type="pic"/>
          </p:nvPr>
        </p:nvSpPr>
        <p:spPr>
          <a:xfrm>
            <a:off x="651288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sp>
        <p:nvSpPr>
          <p:cNvPr id="713" name="Google Shape;713;p69"/>
          <p:cNvSpPr txBox="1"/>
          <p:nvPr>
            <p:ph type="title"/>
          </p:nvPr>
        </p:nvSpPr>
        <p:spPr>
          <a:xfrm>
            <a:off x="361975" y="962092"/>
            <a:ext cx="57186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14" name="Google Shape;714;p69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15" name="Google Shape;715;p69"/>
          <p:cNvSpPr txBox="1"/>
          <p:nvPr>
            <p:ph idx="9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16" name="Google Shape;716;p69"/>
          <p:cNvSpPr txBox="1"/>
          <p:nvPr>
            <p:ph idx="13" type="subTitle"/>
          </p:nvPr>
        </p:nvSpPr>
        <p:spPr>
          <a:xfrm>
            <a:off x="353250" y="3248209"/>
            <a:ext cx="1587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717" name="Google Shape;717;p69"/>
          <p:cNvSpPr txBox="1"/>
          <p:nvPr>
            <p:ph idx="14" type="subTitle"/>
          </p:nvPr>
        </p:nvSpPr>
        <p:spPr>
          <a:xfrm>
            <a:off x="353250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18" name="Google Shape;718;p69"/>
          <p:cNvSpPr txBox="1"/>
          <p:nvPr>
            <p:ph idx="15" type="subTitle"/>
          </p:nvPr>
        </p:nvSpPr>
        <p:spPr>
          <a:xfrm>
            <a:off x="353250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719" name="Google Shape;719;p69"/>
          <p:cNvSpPr txBox="1"/>
          <p:nvPr>
            <p:ph idx="16" type="subTitle"/>
          </p:nvPr>
        </p:nvSpPr>
        <p:spPr>
          <a:xfrm>
            <a:off x="7188325" y="3248209"/>
            <a:ext cx="1587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720" name="Google Shape;720;p69"/>
          <p:cNvSpPr txBox="1"/>
          <p:nvPr>
            <p:ph idx="17" type="subTitle"/>
          </p:nvPr>
        </p:nvSpPr>
        <p:spPr>
          <a:xfrm>
            <a:off x="7188325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21" name="Google Shape;721;p69"/>
          <p:cNvSpPr txBox="1"/>
          <p:nvPr>
            <p:ph idx="18" type="subTitle"/>
          </p:nvPr>
        </p:nvSpPr>
        <p:spPr>
          <a:xfrm>
            <a:off x="7188325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722" name="Google Shape;722;p69"/>
          <p:cNvSpPr txBox="1"/>
          <p:nvPr>
            <p:ph idx="19" type="subTitle"/>
          </p:nvPr>
        </p:nvSpPr>
        <p:spPr>
          <a:xfrm>
            <a:off x="4924850" y="3248209"/>
            <a:ext cx="1587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723" name="Google Shape;723;p69"/>
          <p:cNvSpPr txBox="1"/>
          <p:nvPr>
            <p:ph idx="20" type="subTitle"/>
          </p:nvPr>
        </p:nvSpPr>
        <p:spPr>
          <a:xfrm>
            <a:off x="4924850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24" name="Google Shape;724;p69"/>
          <p:cNvSpPr txBox="1"/>
          <p:nvPr>
            <p:ph idx="21" type="subTitle"/>
          </p:nvPr>
        </p:nvSpPr>
        <p:spPr>
          <a:xfrm>
            <a:off x="4924850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725" name="Google Shape;725;p69"/>
          <p:cNvSpPr txBox="1"/>
          <p:nvPr>
            <p:ph idx="22" type="subTitle"/>
          </p:nvPr>
        </p:nvSpPr>
        <p:spPr>
          <a:xfrm>
            <a:off x="2643513" y="3248209"/>
            <a:ext cx="1587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726" name="Google Shape;726;p69"/>
          <p:cNvSpPr txBox="1"/>
          <p:nvPr>
            <p:ph idx="23" type="subTitle"/>
          </p:nvPr>
        </p:nvSpPr>
        <p:spPr>
          <a:xfrm>
            <a:off x="2643513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27" name="Google Shape;727;p69"/>
          <p:cNvSpPr txBox="1"/>
          <p:nvPr>
            <p:ph idx="24" type="subTitle"/>
          </p:nvPr>
        </p:nvSpPr>
        <p:spPr>
          <a:xfrm>
            <a:off x="2643513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- Eight members">
  <p:cSld name="CUSTOM_6"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70"/>
          <p:cNvSpPr txBox="1"/>
          <p:nvPr>
            <p:ph idx="1" type="subTitle"/>
          </p:nvPr>
        </p:nvSpPr>
        <p:spPr>
          <a:xfrm>
            <a:off x="6750600" y="1283963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730" name="Google Shape;730;p70"/>
          <p:cNvSpPr txBox="1"/>
          <p:nvPr>
            <p:ph idx="2" type="subTitle"/>
          </p:nvPr>
        </p:nvSpPr>
        <p:spPr>
          <a:xfrm>
            <a:off x="6750600" y="105475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731" name="Google Shape;731;p70"/>
          <p:cNvSpPr txBox="1"/>
          <p:nvPr>
            <p:ph idx="3" type="subTitle"/>
          </p:nvPr>
        </p:nvSpPr>
        <p:spPr>
          <a:xfrm>
            <a:off x="6750600" y="142790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732" name="Google Shape;732;p70"/>
          <p:cNvSpPr/>
          <p:nvPr>
            <p:ph idx="4" type="pic"/>
          </p:nvPr>
        </p:nvSpPr>
        <p:spPr>
          <a:xfrm>
            <a:off x="6080709" y="1066100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733" name="Google Shape;733;p70"/>
          <p:cNvSpPr txBox="1"/>
          <p:nvPr>
            <p:ph idx="5" type="subTitle"/>
          </p:nvPr>
        </p:nvSpPr>
        <p:spPr>
          <a:xfrm>
            <a:off x="3824550" y="1283963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734" name="Google Shape;734;p70"/>
          <p:cNvSpPr txBox="1"/>
          <p:nvPr>
            <p:ph idx="6" type="subTitle"/>
          </p:nvPr>
        </p:nvSpPr>
        <p:spPr>
          <a:xfrm>
            <a:off x="3824550" y="105475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735" name="Google Shape;735;p70"/>
          <p:cNvSpPr txBox="1"/>
          <p:nvPr>
            <p:ph idx="7" type="subTitle"/>
          </p:nvPr>
        </p:nvSpPr>
        <p:spPr>
          <a:xfrm>
            <a:off x="3824550" y="142790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736" name="Google Shape;736;p70"/>
          <p:cNvSpPr/>
          <p:nvPr>
            <p:ph idx="8" type="pic"/>
          </p:nvPr>
        </p:nvSpPr>
        <p:spPr>
          <a:xfrm>
            <a:off x="3154659" y="1066100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737" name="Google Shape;737;p70"/>
          <p:cNvSpPr txBox="1"/>
          <p:nvPr>
            <p:ph idx="9" type="subTitle"/>
          </p:nvPr>
        </p:nvSpPr>
        <p:spPr>
          <a:xfrm>
            <a:off x="6750600" y="2193728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738" name="Google Shape;738;p70"/>
          <p:cNvSpPr txBox="1"/>
          <p:nvPr>
            <p:ph idx="13" type="subTitle"/>
          </p:nvPr>
        </p:nvSpPr>
        <p:spPr>
          <a:xfrm>
            <a:off x="6750600" y="196451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739" name="Google Shape;739;p70"/>
          <p:cNvSpPr txBox="1"/>
          <p:nvPr>
            <p:ph idx="14" type="subTitle"/>
          </p:nvPr>
        </p:nvSpPr>
        <p:spPr>
          <a:xfrm>
            <a:off x="6750600" y="233766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740" name="Google Shape;740;p70"/>
          <p:cNvSpPr/>
          <p:nvPr>
            <p:ph idx="15" type="pic"/>
          </p:nvPr>
        </p:nvSpPr>
        <p:spPr>
          <a:xfrm>
            <a:off x="6080709" y="1975864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741" name="Google Shape;741;p70"/>
          <p:cNvSpPr txBox="1"/>
          <p:nvPr>
            <p:ph idx="16" type="subTitle"/>
          </p:nvPr>
        </p:nvSpPr>
        <p:spPr>
          <a:xfrm>
            <a:off x="3824550" y="2193728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742" name="Google Shape;742;p70"/>
          <p:cNvSpPr txBox="1"/>
          <p:nvPr>
            <p:ph idx="17" type="subTitle"/>
          </p:nvPr>
        </p:nvSpPr>
        <p:spPr>
          <a:xfrm>
            <a:off x="3824550" y="196451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743" name="Google Shape;743;p70"/>
          <p:cNvSpPr txBox="1"/>
          <p:nvPr>
            <p:ph idx="18" type="subTitle"/>
          </p:nvPr>
        </p:nvSpPr>
        <p:spPr>
          <a:xfrm>
            <a:off x="3824550" y="233766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744" name="Google Shape;744;p70"/>
          <p:cNvSpPr/>
          <p:nvPr>
            <p:ph idx="19" type="pic"/>
          </p:nvPr>
        </p:nvSpPr>
        <p:spPr>
          <a:xfrm>
            <a:off x="3154659" y="1975864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745" name="Google Shape;745;p70"/>
          <p:cNvSpPr txBox="1"/>
          <p:nvPr>
            <p:ph idx="20" type="subTitle"/>
          </p:nvPr>
        </p:nvSpPr>
        <p:spPr>
          <a:xfrm>
            <a:off x="6750600" y="3101715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746" name="Google Shape;746;p70"/>
          <p:cNvSpPr txBox="1"/>
          <p:nvPr>
            <p:ph idx="21" type="subTitle"/>
          </p:nvPr>
        </p:nvSpPr>
        <p:spPr>
          <a:xfrm>
            <a:off x="6750600" y="287250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747" name="Google Shape;747;p70"/>
          <p:cNvSpPr txBox="1"/>
          <p:nvPr>
            <p:ph idx="22" type="subTitle"/>
          </p:nvPr>
        </p:nvSpPr>
        <p:spPr>
          <a:xfrm>
            <a:off x="6750600" y="324565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748" name="Google Shape;748;p70"/>
          <p:cNvSpPr/>
          <p:nvPr>
            <p:ph idx="23" type="pic"/>
          </p:nvPr>
        </p:nvSpPr>
        <p:spPr>
          <a:xfrm>
            <a:off x="6080709" y="2883852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749" name="Google Shape;749;p70"/>
          <p:cNvSpPr txBox="1"/>
          <p:nvPr>
            <p:ph idx="24" type="subTitle"/>
          </p:nvPr>
        </p:nvSpPr>
        <p:spPr>
          <a:xfrm>
            <a:off x="3824550" y="3101715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750" name="Google Shape;750;p70"/>
          <p:cNvSpPr txBox="1"/>
          <p:nvPr>
            <p:ph idx="25" type="subTitle"/>
          </p:nvPr>
        </p:nvSpPr>
        <p:spPr>
          <a:xfrm>
            <a:off x="3824550" y="287250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751" name="Google Shape;751;p70"/>
          <p:cNvSpPr txBox="1"/>
          <p:nvPr>
            <p:ph idx="26" type="subTitle"/>
          </p:nvPr>
        </p:nvSpPr>
        <p:spPr>
          <a:xfrm>
            <a:off x="3824550" y="324565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752" name="Google Shape;752;p70"/>
          <p:cNvSpPr/>
          <p:nvPr>
            <p:ph idx="27" type="pic"/>
          </p:nvPr>
        </p:nvSpPr>
        <p:spPr>
          <a:xfrm>
            <a:off x="3154659" y="2883852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753" name="Google Shape;753;p70"/>
          <p:cNvSpPr txBox="1"/>
          <p:nvPr>
            <p:ph idx="28" type="subTitle"/>
          </p:nvPr>
        </p:nvSpPr>
        <p:spPr>
          <a:xfrm>
            <a:off x="6750600" y="4022919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754" name="Google Shape;754;p70"/>
          <p:cNvSpPr txBox="1"/>
          <p:nvPr>
            <p:ph idx="29" type="subTitle"/>
          </p:nvPr>
        </p:nvSpPr>
        <p:spPr>
          <a:xfrm>
            <a:off x="6750600" y="379370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755" name="Google Shape;755;p70"/>
          <p:cNvSpPr txBox="1"/>
          <p:nvPr>
            <p:ph idx="30" type="subTitle"/>
          </p:nvPr>
        </p:nvSpPr>
        <p:spPr>
          <a:xfrm>
            <a:off x="6750600" y="416685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756" name="Google Shape;756;p70"/>
          <p:cNvSpPr/>
          <p:nvPr>
            <p:ph idx="31" type="pic"/>
          </p:nvPr>
        </p:nvSpPr>
        <p:spPr>
          <a:xfrm>
            <a:off x="6080709" y="3805056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757" name="Google Shape;757;p70"/>
          <p:cNvSpPr txBox="1"/>
          <p:nvPr>
            <p:ph idx="32" type="subTitle"/>
          </p:nvPr>
        </p:nvSpPr>
        <p:spPr>
          <a:xfrm>
            <a:off x="3824550" y="4022919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758" name="Google Shape;758;p70"/>
          <p:cNvSpPr txBox="1"/>
          <p:nvPr>
            <p:ph idx="33" type="subTitle"/>
          </p:nvPr>
        </p:nvSpPr>
        <p:spPr>
          <a:xfrm>
            <a:off x="3824550" y="379370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759" name="Google Shape;759;p70"/>
          <p:cNvSpPr txBox="1"/>
          <p:nvPr>
            <p:ph idx="34" type="subTitle"/>
          </p:nvPr>
        </p:nvSpPr>
        <p:spPr>
          <a:xfrm>
            <a:off x="3824550" y="416685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760" name="Google Shape;760;p70"/>
          <p:cNvSpPr/>
          <p:nvPr>
            <p:ph idx="35" type="pic"/>
          </p:nvPr>
        </p:nvSpPr>
        <p:spPr>
          <a:xfrm>
            <a:off x="3154659" y="3805056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761" name="Google Shape;761;p70"/>
          <p:cNvSpPr txBox="1"/>
          <p:nvPr>
            <p:ph type="title"/>
          </p:nvPr>
        </p:nvSpPr>
        <p:spPr>
          <a:xfrm>
            <a:off x="361975" y="962100"/>
            <a:ext cx="24507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762" name="Google Shape;762;p70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63" name="Google Shape;763;p70"/>
          <p:cNvSpPr txBox="1"/>
          <p:nvPr>
            <p:ph idx="36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otlight - Alt 2">
  <p:cSld name="CUSTOM_7_1">
    <p:bg>
      <p:bgPr>
        <a:solidFill>
          <a:schemeClr val="accent2"/>
        </a:solidFill>
      </p:bgPr>
    </p:bg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71"/>
          <p:cNvSpPr/>
          <p:nvPr/>
        </p:nvSpPr>
        <p:spPr>
          <a:xfrm>
            <a:off x="0" y="0"/>
            <a:ext cx="45675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66" name="Google Shape;766;p71"/>
          <p:cNvSpPr txBox="1"/>
          <p:nvPr>
            <p:ph type="title"/>
          </p:nvPr>
        </p:nvSpPr>
        <p:spPr>
          <a:xfrm>
            <a:off x="4975925" y="989088"/>
            <a:ext cx="37836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767" name="Google Shape;767;p71"/>
          <p:cNvSpPr/>
          <p:nvPr>
            <p:ph idx="2" type="pic"/>
          </p:nvPr>
        </p:nvSpPr>
        <p:spPr>
          <a:xfrm flipH="1">
            <a:off x="953803" y="1066100"/>
            <a:ext cx="2664300" cy="3002700"/>
          </a:xfrm>
          <a:prstGeom prst="rect">
            <a:avLst/>
          </a:prstGeom>
          <a:noFill/>
          <a:ln>
            <a:noFill/>
          </a:ln>
        </p:spPr>
      </p:sp>
      <p:sp>
        <p:nvSpPr>
          <p:cNvPr id="768" name="Google Shape;768;p71"/>
          <p:cNvSpPr txBox="1"/>
          <p:nvPr>
            <p:ph idx="1" type="body"/>
          </p:nvPr>
        </p:nvSpPr>
        <p:spPr>
          <a:xfrm>
            <a:off x="4975925" y="4125662"/>
            <a:ext cx="3783600" cy="461700"/>
          </a:xfrm>
          <a:prstGeom prst="rect">
            <a:avLst/>
          </a:prstGeom>
          <a:noFill/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769" name="Google Shape;769;p71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70" name="Google Shape;770;p71"/>
          <p:cNvSpPr txBox="1"/>
          <p:nvPr>
            <p:ph idx="3" type="body"/>
          </p:nvPr>
        </p:nvSpPr>
        <p:spPr>
          <a:xfrm>
            <a:off x="4975925" y="1943891"/>
            <a:ext cx="3783600" cy="12432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●"/>
              <a:defRPr sz="1600">
                <a:latin typeface="Newsreader"/>
                <a:ea typeface="Newsreader"/>
                <a:cs typeface="Newsreader"/>
                <a:sym typeface="Newsreader"/>
              </a:defRPr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○"/>
              <a:defRPr sz="1600">
                <a:latin typeface="Newsreader"/>
                <a:ea typeface="Newsreader"/>
                <a:cs typeface="Newsreader"/>
                <a:sym typeface="Newsreader"/>
              </a:defRPr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■"/>
              <a:defRPr sz="1600">
                <a:latin typeface="Newsreader"/>
                <a:ea typeface="Newsreader"/>
                <a:cs typeface="Newsreader"/>
                <a:sym typeface="Newsreader"/>
              </a:defRPr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●"/>
              <a:defRPr sz="1600">
                <a:latin typeface="Newsreader"/>
                <a:ea typeface="Newsreader"/>
                <a:cs typeface="Newsreader"/>
                <a:sym typeface="Newsreader"/>
              </a:defRPr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○"/>
              <a:defRPr sz="1600">
                <a:latin typeface="Newsreader"/>
                <a:ea typeface="Newsreader"/>
                <a:cs typeface="Newsreader"/>
                <a:sym typeface="Newsreader"/>
              </a:defRPr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■"/>
              <a:defRPr sz="1600">
                <a:latin typeface="Newsreader"/>
                <a:ea typeface="Newsreader"/>
                <a:cs typeface="Newsreader"/>
                <a:sym typeface="Newsreader"/>
              </a:defRPr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●"/>
              <a:defRPr sz="1600">
                <a:latin typeface="Newsreader"/>
                <a:ea typeface="Newsreader"/>
                <a:cs typeface="Newsreader"/>
                <a:sym typeface="Newsreader"/>
              </a:defRPr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○"/>
              <a:defRPr sz="1600">
                <a:latin typeface="Newsreader"/>
                <a:ea typeface="Newsreader"/>
                <a:cs typeface="Newsreader"/>
                <a:sym typeface="Newsreader"/>
              </a:defRPr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■"/>
              <a:defRPr sz="1600">
                <a:latin typeface="Newsreader"/>
                <a:ea typeface="Newsreader"/>
                <a:cs typeface="Newsreader"/>
                <a:sym typeface="Newsreader"/>
              </a:defRPr>
            </a:lvl9pPr>
          </a:lstStyle>
          <a:p/>
        </p:txBody>
      </p:sp>
      <p:sp>
        <p:nvSpPr>
          <p:cNvPr id="771" name="Google Shape;771;p71"/>
          <p:cNvSpPr txBox="1"/>
          <p:nvPr>
            <p:ph idx="4" type="subTitle"/>
          </p:nvPr>
        </p:nvSpPr>
        <p:spPr>
          <a:xfrm>
            <a:off x="4975925" y="732775"/>
            <a:ext cx="37836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772" name="Google Shape;772;p71"/>
          <p:cNvSpPr txBox="1"/>
          <p:nvPr>
            <p:ph idx="5" type="subTitle"/>
          </p:nvPr>
        </p:nvSpPr>
        <p:spPr>
          <a:xfrm>
            <a:off x="4975925" y="1647132"/>
            <a:ext cx="3783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773" name="Google Shape;773;p71"/>
          <p:cNvSpPr txBox="1"/>
          <p:nvPr>
            <p:ph idx="6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r chart background">
  <p:cSld name="CUSTOM_8"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5" name="Google Shape;775;p72"/>
          <p:cNvGrpSpPr/>
          <p:nvPr/>
        </p:nvGrpSpPr>
        <p:grpSpPr>
          <a:xfrm>
            <a:off x="49" y="514398"/>
            <a:ext cx="9144297" cy="4115162"/>
            <a:chOff x="-18500" y="514395"/>
            <a:chExt cx="9219900" cy="4115162"/>
          </a:xfrm>
        </p:grpSpPr>
        <p:cxnSp>
          <p:nvCxnSpPr>
            <p:cNvPr id="776" name="Google Shape;776;p72"/>
            <p:cNvCxnSpPr/>
            <p:nvPr/>
          </p:nvCxnSpPr>
          <p:spPr>
            <a:xfrm>
              <a:off x="-18500" y="1028790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77" name="Google Shape;777;p72"/>
            <p:cNvCxnSpPr/>
            <p:nvPr/>
          </p:nvCxnSpPr>
          <p:spPr>
            <a:xfrm>
              <a:off x="-18500" y="4629557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78" name="Google Shape;778;p72"/>
            <p:cNvCxnSpPr/>
            <p:nvPr/>
          </p:nvCxnSpPr>
          <p:spPr>
            <a:xfrm>
              <a:off x="-18500" y="4115162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79" name="Google Shape;779;p72"/>
            <p:cNvCxnSpPr/>
            <p:nvPr/>
          </p:nvCxnSpPr>
          <p:spPr>
            <a:xfrm>
              <a:off x="-18500" y="3600767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80" name="Google Shape;780;p72"/>
            <p:cNvCxnSpPr/>
            <p:nvPr/>
          </p:nvCxnSpPr>
          <p:spPr>
            <a:xfrm>
              <a:off x="-18500" y="3086371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81" name="Google Shape;781;p72"/>
            <p:cNvCxnSpPr/>
            <p:nvPr/>
          </p:nvCxnSpPr>
          <p:spPr>
            <a:xfrm>
              <a:off x="-18500" y="2571976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82" name="Google Shape;782;p72"/>
            <p:cNvCxnSpPr/>
            <p:nvPr/>
          </p:nvCxnSpPr>
          <p:spPr>
            <a:xfrm>
              <a:off x="-18500" y="2057581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83" name="Google Shape;783;p72"/>
            <p:cNvCxnSpPr/>
            <p:nvPr/>
          </p:nvCxnSpPr>
          <p:spPr>
            <a:xfrm>
              <a:off x="-18500" y="1543186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84" name="Google Shape;784;p72"/>
            <p:cNvCxnSpPr/>
            <p:nvPr/>
          </p:nvCxnSpPr>
          <p:spPr>
            <a:xfrm>
              <a:off x="-18500" y="514395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785" name="Google Shape;785;p72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86" name="Google Shape;786;p72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7" name="Google Shape;787;p72"/>
          <p:cNvSpPr txBox="1"/>
          <p:nvPr>
            <p:ph idx="2" type="subTitle"/>
          </p:nvPr>
        </p:nvSpPr>
        <p:spPr>
          <a:xfrm>
            <a:off x="361975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slide">
  <p:cSld name="CUSTOM_8_1">
    <p:bg>
      <p:bgPr>
        <a:solidFill>
          <a:schemeClr val="accent2"/>
        </a:solidFill>
      </p:bgPr>
    </p:bg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p73"/>
          <p:cNvSpPr/>
          <p:nvPr/>
        </p:nvSpPr>
        <p:spPr>
          <a:xfrm>
            <a:off x="50" y="-300"/>
            <a:ext cx="67089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90" name="Google Shape;790;p73"/>
          <p:cNvSpPr txBox="1"/>
          <p:nvPr>
            <p:ph type="title"/>
          </p:nvPr>
        </p:nvSpPr>
        <p:spPr>
          <a:xfrm>
            <a:off x="451472" y="2024100"/>
            <a:ext cx="4163100" cy="1372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91" name="Google Shape;791;p73"/>
          <p:cNvSpPr txBox="1"/>
          <p:nvPr>
            <p:ph idx="1" type="subTitle"/>
          </p:nvPr>
        </p:nvSpPr>
        <p:spPr>
          <a:xfrm>
            <a:off x="451475" y="3776250"/>
            <a:ext cx="4163100" cy="42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7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794" name="Google Shape;794;p7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7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p7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9" name="Google Shape;799;p7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p7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2" name="Google Shape;802;p7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03" name="Google Shape;803;p7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7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7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08" name="Google Shape;808;p7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p8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p8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13" name="Google Shape;813;p8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14" name="Google Shape;814;p8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815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p8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p8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819" name="Google Shape;819;p8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85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3" name="Google Shape;823;p85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24" name="Google Shape;824;p85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25" name="Google Shape;825;p85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26" name="Google Shape;826;p85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27" name="Google Shape;827;p85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28" name="Google Shape;828;p85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p8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1" name="Google Shape;831;p86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32" name="Google Shape;832;p86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p87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35" name="Google Shape;835;p87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36" name="Google Shape;836;p87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37" name="Google Shape;837;p87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8" name="Google Shape;838;p87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88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1" name="Google Shape;841;p88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2" name="Google Shape;842;p88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43" name="Google Shape;843;p88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4" name="Google Shape;844;p88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5" name="Google Shape;845;p88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6" name="Google Shape;846;p88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847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p89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9" name="Google Shape;849;p89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50" name="Google Shape;850;p89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51" name="Google Shape;851;p89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52" name="Google Shape;852;p89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53" name="Google Shape;853;p89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54" name="Google Shape;854;p89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55" name="Google Shape;855;p89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56" name="Google Shape;856;p89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p9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9" name="Google Shape;859;p90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p91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62" name="Google Shape;862;p91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863" name="Google Shape;863;p91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864" name="Google Shape;864;p91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65" name="Google Shape;865;p9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6" name="Google Shape;866;p91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67" name="Google Shape;867;p91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868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p92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70" name="Google Shape;870;p92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71" name="Google Shape;871;p92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72" name="Google Shape;872;p92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73" name="Google Shape;873;p92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74" name="Google Shape;874;p92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75" name="Google Shape;875;p9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6" name="Google Shape;876;p92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77" name="Google Shape;877;p92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78" name="Google Shape;878;p92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879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Google Shape;880;p93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88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p94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83" name="Google Shape;883;p94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84" name="Google Shape;884;p94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85" name="Google Shape;885;p94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86" name="Google Shape;886;p94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87" name="Google Shape;887;p94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88" name="Google Shape;888;p94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9" name="Google Shape;889;p94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90" name="Google Shape;890;p94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91" name="Google Shape;891;p94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theme" Target="../theme/theme3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79.xml"/><Relationship Id="rId42" Type="http://schemas.openxmlformats.org/officeDocument/2006/relationships/slideLayout" Target="../slideLayouts/slideLayout81.xml"/><Relationship Id="rId41" Type="http://schemas.openxmlformats.org/officeDocument/2006/relationships/slideLayout" Target="../slideLayouts/slideLayout80.xml"/><Relationship Id="rId44" Type="http://schemas.openxmlformats.org/officeDocument/2006/relationships/slideLayout" Target="../slideLayouts/slideLayout83.xml"/><Relationship Id="rId43" Type="http://schemas.openxmlformats.org/officeDocument/2006/relationships/slideLayout" Target="../slideLayouts/slideLayout82.xml"/><Relationship Id="rId46" Type="http://schemas.openxmlformats.org/officeDocument/2006/relationships/slideLayout" Target="../slideLayouts/slideLayout85.xml"/><Relationship Id="rId45" Type="http://schemas.openxmlformats.org/officeDocument/2006/relationships/slideLayout" Target="../slideLayouts/slideLayout84.xml"/><Relationship Id="rId1" Type="http://schemas.openxmlformats.org/officeDocument/2006/relationships/slideLayout" Target="../slideLayouts/slideLayout40.xml"/><Relationship Id="rId2" Type="http://schemas.openxmlformats.org/officeDocument/2006/relationships/slideLayout" Target="../slideLayouts/slideLayout41.xml"/><Relationship Id="rId3" Type="http://schemas.openxmlformats.org/officeDocument/2006/relationships/slideLayout" Target="../slideLayouts/slideLayout42.xml"/><Relationship Id="rId4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8.xml"/><Relationship Id="rId48" Type="http://schemas.openxmlformats.org/officeDocument/2006/relationships/slideLayout" Target="../slideLayouts/slideLayout87.xml"/><Relationship Id="rId47" Type="http://schemas.openxmlformats.org/officeDocument/2006/relationships/slideLayout" Target="../slideLayouts/slideLayout86.xml"/><Relationship Id="rId49" Type="http://schemas.openxmlformats.org/officeDocument/2006/relationships/slideLayout" Target="../slideLayouts/slideLayout88.xml"/><Relationship Id="rId5" Type="http://schemas.openxmlformats.org/officeDocument/2006/relationships/slideLayout" Target="../slideLayouts/slideLayout44.xml"/><Relationship Id="rId6" Type="http://schemas.openxmlformats.org/officeDocument/2006/relationships/slideLayout" Target="../slideLayouts/slideLayout45.xml"/><Relationship Id="rId7" Type="http://schemas.openxmlformats.org/officeDocument/2006/relationships/slideLayout" Target="../slideLayouts/slideLayout46.xml"/><Relationship Id="rId8" Type="http://schemas.openxmlformats.org/officeDocument/2006/relationships/slideLayout" Target="../slideLayouts/slideLayout47.xml"/><Relationship Id="rId31" Type="http://schemas.openxmlformats.org/officeDocument/2006/relationships/slideLayout" Target="../slideLayouts/slideLayout70.xml"/><Relationship Id="rId30" Type="http://schemas.openxmlformats.org/officeDocument/2006/relationships/slideLayout" Target="../slideLayouts/slideLayout69.xml"/><Relationship Id="rId33" Type="http://schemas.openxmlformats.org/officeDocument/2006/relationships/slideLayout" Target="../slideLayouts/slideLayout72.xml"/><Relationship Id="rId32" Type="http://schemas.openxmlformats.org/officeDocument/2006/relationships/slideLayout" Target="../slideLayouts/slideLayout71.xml"/><Relationship Id="rId35" Type="http://schemas.openxmlformats.org/officeDocument/2006/relationships/slideLayout" Target="../slideLayouts/slideLayout74.xml"/><Relationship Id="rId34" Type="http://schemas.openxmlformats.org/officeDocument/2006/relationships/slideLayout" Target="../slideLayouts/slideLayout73.xml"/><Relationship Id="rId37" Type="http://schemas.openxmlformats.org/officeDocument/2006/relationships/slideLayout" Target="../slideLayouts/slideLayout76.xml"/><Relationship Id="rId36" Type="http://schemas.openxmlformats.org/officeDocument/2006/relationships/slideLayout" Target="../slideLayouts/slideLayout75.xml"/><Relationship Id="rId39" Type="http://schemas.openxmlformats.org/officeDocument/2006/relationships/slideLayout" Target="../slideLayouts/slideLayout78.xml"/><Relationship Id="rId38" Type="http://schemas.openxmlformats.org/officeDocument/2006/relationships/slideLayout" Target="../slideLayouts/slideLayout77.xml"/><Relationship Id="rId20" Type="http://schemas.openxmlformats.org/officeDocument/2006/relationships/slideLayout" Target="../slideLayouts/slideLayout59.xml"/><Relationship Id="rId22" Type="http://schemas.openxmlformats.org/officeDocument/2006/relationships/slideLayout" Target="../slideLayouts/slideLayout61.xml"/><Relationship Id="rId21" Type="http://schemas.openxmlformats.org/officeDocument/2006/relationships/slideLayout" Target="../slideLayouts/slideLayout60.xml"/><Relationship Id="rId24" Type="http://schemas.openxmlformats.org/officeDocument/2006/relationships/slideLayout" Target="../slideLayouts/slideLayout63.xml"/><Relationship Id="rId23" Type="http://schemas.openxmlformats.org/officeDocument/2006/relationships/slideLayout" Target="../slideLayouts/slideLayout62.xml"/><Relationship Id="rId26" Type="http://schemas.openxmlformats.org/officeDocument/2006/relationships/slideLayout" Target="../slideLayouts/slideLayout65.xml"/><Relationship Id="rId25" Type="http://schemas.openxmlformats.org/officeDocument/2006/relationships/slideLayout" Target="../slideLayouts/slideLayout64.xml"/><Relationship Id="rId28" Type="http://schemas.openxmlformats.org/officeDocument/2006/relationships/slideLayout" Target="../slideLayouts/slideLayout67.xml"/><Relationship Id="rId27" Type="http://schemas.openxmlformats.org/officeDocument/2006/relationships/slideLayout" Target="../slideLayouts/slideLayout66.xml"/><Relationship Id="rId29" Type="http://schemas.openxmlformats.org/officeDocument/2006/relationships/slideLayout" Target="../slideLayouts/slideLayout68.xml"/><Relationship Id="rId51" Type="http://schemas.openxmlformats.org/officeDocument/2006/relationships/slideLayout" Target="../slideLayouts/slideLayout90.xml"/><Relationship Id="rId50" Type="http://schemas.openxmlformats.org/officeDocument/2006/relationships/slideLayout" Target="../slideLayouts/slideLayout89.xml"/><Relationship Id="rId53" Type="http://schemas.openxmlformats.org/officeDocument/2006/relationships/slideLayout" Target="../slideLayouts/slideLayout92.xml"/><Relationship Id="rId52" Type="http://schemas.openxmlformats.org/officeDocument/2006/relationships/slideLayout" Target="../slideLayouts/slideLayout91.xml"/><Relationship Id="rId11" Type="http://schemas.openxmlformats.org/officeDocument/2006/relationships/slideLayout" Target="../slideLayouts/slideLayout50.xml"/><Relationship Id="rId10" Type="http://schemas.openxmlformats.org/officeDocument/2006/relationships/slideLayout" Target="../slideLayouts/slideLayout49.xml"/><Relationship Id="rId54" Type="http://schemas.openxmlformats.org/officeDocument/2006/relationships/theme" Target="../theme/theme1.xml"/><Relationship Id="rId13" Type="http://schemas.openxmlformats.org/officeDocument/2006/relationships/slideLayout" Target="../slideLayouts/slideLayout52.xml"/><Relationship Id="rId12" Type="http://schemas.openxmlformats.org/officeDocument/2006/relationships/slideLayout" Target="../slideLayouts/slideLayout51.xml"/><Relationship Id="rId15" Type="http://schemas.openxmlformats.org/officeDocument/2006/relationships/slideLayout" Target="../slideLayouts/slideLayout54.xml"/><Relationship Id="rId14" Type="http://schemas.openxmlformats.org/officeDocument/2006/relationships/slideLayout" Target="../slideLayouts/slideLayout53.xml"/><Relationship Id="rId17" Type="http://schemas.openxmlformats.org/officeDocument/2006/relationships/slideLayout" Target="../slideLayouts/slideLayout56.xml"/><Relationship Id="rId16" Type="http://schemas.openxmlformats.org/officeDocument/2006/relationships/slideLayout" Target="../slideLayouts/slideLayout55.xml"/><Relationship Id="rId19" Type="http://schemas.openxmlformats.org/officeDocument/2006/relationships/slideLayout" Target="../slideLayouts/slideLayout58.xml"/><Relationship Id="rId18" Type="http://schemas.openxmlformats.org/officeDocument/2006/relationships/slideLayout" Target="../slideLayouts/slideLayout5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228600" y="85200"/>
            <a:ext cx="5236500" cy="10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 Medium"/>
              <a:buNone/>
              <a:defRPr sz="3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2" type="body"/>
          </p:nvPr>
        </p:nvSpPr>
        <p:spPr>
          <a:xfrm>
            <a:off x="4562525" y="1518250"/>
            <a:ext cx="3880800" cy="27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33">
          <p15:clr>
            <a:srgbClr val="E46962"/>
          </p15:clr>
        </p15:guide>
        <p15:guide id="10" pos="4292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41"/>
          <p:cNvSpPr txBox="1"/>
          <p:nvPr>
            <p:ph idx="1" type="body"/>
          </p:nvPr>
        </p:nvSpPr>
        <p:spPr>
          <a:xfrm>
            <a:off x="361850" y="2004025"/>
            <a:ext cx="5627400" cy="25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35" name="Google Shape;435;p41"/>
          <p:cNvSpPr txBox="1"/>
          <p:nvPr>
            <p:ph type="title"/>
          </p:nvPr>
        </p:nvSpPr>
        <p:spPr>
          <a:xfrm>
            <a:off x="438150" y="524575"/>
            <a:ext cx="5433000" cy="9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Newsreader"/>
              <a:buNone/>
              <a:defRPr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6" name="Google Shape;436;p41"/>
          <p:cNvSpPr txBox="1"/>
          <p:nvPr>
            <p:ph idx="2" type="body"/>
          </p:nvPr>
        </p:nvSpPr>
        <p:spPr>
          <a:xfrm>
            <a:off x="4700200" y="1614100"/>
            <a:ext cx="3756600" cy="25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  <p:sldLayoutId id="2147483701" r:id="rId15"/>
    <p:sldLayoutId id="2147483702" r:id="rId16"/>
    <p:sldLayoutId id="2147483703" r:id="rId17"/>
    <p:sldLayoutId id="2147483704" r:id="rId18"/>
    <p:sldLayoutId id="2147483705" r:id="rId19"/>
    <p:sldLayoutId id="2147483706" r:id="rId20"/>
    <p:sldLayoutId id="2147483707" r:id="rId21"/>
    <p:sldLayoutId id="2147483708" r:id="rId22"/>
    <p:sldLayoutId id="2147483709" r:id="rId23"/>
    <p:sldLayoutId id="2147483710" r:id="rId24"/>
    <p:sldLayoutId id="2147483711" r:id="rId25"/>
    <p:sldLayoutId id="2147483712" r:id="rId26"/>
    <p:sldLayoutId id="2147483713" r:id="rId27"/>
    <p:sldLayoutId id="2147483714" r:id="rId28"/>
    <p:sldLayoutId id="2147483715" r:id="rId29"/>
    <p:sldLayoutId id="2147483716" r:id="rId30"/>
    <p:sldLayoutId id="2147483717" r:id="rId31"/>
    <p:sldLayoutId id="2147483718" r:id="rId32"/>
    <p:sldLayoutId id="2147483719" r:id="rId33"/>
    <p:sldLayoutId id="2147483720" r:id="rId34"/>
    <p:sldLayoutId id="2147483721" r:id="rId35"/>
    <p:sldLayoutId id="2147483722" r:id="rId36"/>
    <p:sldLayoutId id="2147483723" r:id="rId37"/>
    <p:sldLayoutId id="2147483724" r:id="rId38"/>
    <p:sldLayoutId id="2147483725" r:id="rId39"/>
    <p:sldLayoutId id="2147483726" r:id="rId40"/>
    <p:sldLayoutId id="2147483727" r:id="rId41"/>
    <p:sldLayoutId id="2147483728" r:id="rId42"/>
    <p:sldLayoutId id="2147483729" r:id="rId43"/>
    <p:sldLayoutId id="2147483730" r:id="rId44"/>
    <p:sldLayoutId id="2147483731" r:id="rId45"/>
    <p:sldLayoutId id="2147483732" r:id="rId46"/>
    <p:sldLayoutId id="2147483733" r:id="rId47"/>
    <p:sldLayoutId id="2147483734" r:id="rId48"/>
    <p:sldLayoutId id="2147483735" r:id="rId49"/>
    <p:sldLayoutId id="2147483736" r:id="rId50"/>
    <p:sldLayoutId id="2147483737" r:id="rId51"/>
    <p:sldLayoutId id="2147483738" r:id="rId52"/>
    <p:sldLayoutId id="2147483739" r:id="rId5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529">
          <p15:clr>
            <a:srgbClr val="E46962"/>
          </p15:clr>
        </p15:guide>
        <p15:guide id="2" orient="horz" pos="233">
          <p15:clr>
            <a:srgbClr val="E46962"/>
          </p15:clr>
        </p15:guide>
        <p15:guide id="3" orient="horz" pos="3011">
          <p15:clr>
            <a:srgbClr val="E46962"/>
          </p15:clr>
        </p15:guide>
        <p15:guide id="4" pos="2850">
          <p15:clr>
            <a:srgbClr val="E46962"/>
          </p15:clr>
        </p15:guide>
        <p15:guide id="5" pos="2910">
          <p15:clr>
            <a:srgbClr val="E46962"/>
          </p15:clr>
        </p15:guide>
        <p15:guide id="6" pos="1468">
          <p15:clr>
            <a:srgbClr val="E46962"/>
          </p15:clr>
        </p15:guide>
        <p15:guide id="7" pos="1527">
          <p15:clr>
            <a:srgbClr val="E46962"/>
          </p15:clr>
        </p15:guide>
        <p15:guide id="8" pos="4226">
          <p15:clr>
            <a:srgbClr val="E46962"/>
          </p15:clr>
        </p15:guide>
        <p15:guide id="9" pos="4285">
          <p15:clr>
            <a:srgbClr val="E46962"/>
          </p15:clr>
        </p15:guide>
        <p15:guide id="10" pos="3773">
          <p15:clr>
            <a:srgbClr val="E46962"/>
          </p15:clr>
        </p15:guide>
        <p15:guide id="11" pos="3830">
          <p15:clr>
            <a:srgbClr val="E46962"/>
          </p15:clr>
        </p15:guide>
        <p15:guide id="12" pos="1930">
          <p15:clr>
            <a:srgbClr val="E46962"/>
          </p15:clr>
        </p15:guide>
        <p15:guide id="13" pos="1987">
          <p15:clr>
            <a:srgbClr val="E46962"/>
          </p15:clr>
        </p15:guide>
        <p15:guide id="14" orient="horz" pos="2867">
          <p15:clr>
            <a:srgbClr val="E46962"/>
          </p15:clr>
        </p15:guide>
        <p15:guide id="15" orient="horz" pos="1135">
          <p15:clr>
            <a:srgbClr val="E46962"/>
          </p15:clr>
        </p15:guide>
        <p15:guide id="16" orient="horz" pos="1194">
          <p15:clr>
            <a:srgbClr val="E46962"/>
          </p15:clr>
        </p15:guide>
        <p15:guide id="17" orient="horz" pos="2043">
          <p15:clr>
            <a:srgbClr val="E46962"/>
          </p15:clr>
        </p15:guide>
        <p15:guide id="18" orient="horz" pos="2103">
          <p15:clr>
            <a:srgbClr val="E46962"/>
          </p15:clr>
        </p15:guide>
        <p15:guide id="19" pos="228">
          <p15:clr>
            <a:srgbClr val="E46962"/>
          </p15:clr>
        </p15:guide>
        <p15:guide id="20" orient="horz" pos="672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jpg"/><Relationship Id="rId4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5" name="Shape 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lose-up of a modern glass structure. " id="896" name="Google Shape;896;p95"/>
          <p:cNvPicPr preferRelativeResize="0"/>
          <p:nvPr/>
        </p:nvPicPr>
        <p:blipFill rotWithShape="1">
          <a:blip r:embed="rId3">
            <a:alphaModFix/>
          </a:blip>
          <a:srcRect b="79" l="21736" r="19116" t="0"/>
          <a:stretch/>
        </p:blipFill>
        <p:spPr>
          <a:xfrm>
            <a:off x="4587725" y="-8750"/>
            <a:ext cx="4572001" cy="5148074"/>
          </a:xfrm>
          <a:prstGeom prst="rect">
            <a:avLst/>
          </a:prstGeom>
          <a:noFill/>
          <a:ln>
            <a:noFill/>
          </a:ln>
        </p:spPr>
      </p:pic>
      <p:sp>
        <p:nvSpPr>
          <p:cNvPr id="897" name="Google Shape;897;p95"/>
          <p:cNvSpPr txBox="1"/>
          <p:nvPr>
            <p:ph type="title"/>
          </p:nvPr>
        </p:nvSpPr>
        <p:spPr>
          <a:xfrm>
            <a:off x="361975" y="923525"/>
            <a:ext cx="38601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NYC Vehicular Accidents</a:t>
            </a:r>
            <a:endParaRPr/>
          </a:p>
        </p:txBody>
      </p:sp>
      <p:sp>
        <p:nvSpPr>
          <p:cNvPr id="898" name="Google Shape;898;p95"/>
          <p:cNvSpPr txBox="1"/>
          <p:nvPr>
            <p:ph idx="3" type="body"/>
          </p:nvPr>
        </p:nvSpPr>
        <p:spPr>
          <a:xfrm>
            <a:off x="547575" y="3337797"/>
            <a:ext cx="3492600" cy="132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Presented by</a:t>
            </a:r>
            <a:br>
              <a:rPr lang="en"/>
            </a:br>
            <a:r>
              <a:rPr lang="en"/>
              <a:t>Kyle Rushing &amp; Hayden Mann</a:t>
            </a:r>
            <a:endParaRPr/>
          </a:p>
        </p:txBody>
      </p:sp>
      <p:pic>
        <p:nvPicPr>
          <p:cNvPr id="899" name="Google Shape;899;p9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5050" y="0"/>
            <a:ext cx="4634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3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p96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05" name="Google Shape;905;p96"/>
          <p:cNvSpPr txBox="1"/>
          <p:nvPr>
            <p:ph idx="2" type="subTitle"/>
          </p:nvPr>
        </p:nvSpPr>
        <p:spPr>
          <a:xfrm>
            <a:off x="3063300" y="580623"/>
            <a:ext cx="5372700" cy="4155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Problem Statement</a:t>
            </a:r>
            <a:endParaRPr sz="2700"/>
          </a:p>
        </p:txBody>
      </p:sp>
      <p:sp>
        <p:nvSpPr>
          <p:cNvPr id="906" name="Google Shape;906;p96"/>
          <p:cNvSpPr txBox="1"/>
          <p:nvPr>
            <p:ph type="title"/>
          </p:nvPr>
        </p:nvSpPr>
        <p:spPr>
          <a:xfrm>
            <a:off x="3154650" y="1801500"/>
            <a:ext cx="5622000" cy="283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Identify problematic streets in New York City where accidents or fatal crashes occur.</a:t>
            </a:r>
            <a:endParaRPr/>
          </a:p>
        </p:txBody>
      </p:sp>
      <p:sp>
        <p:nvSpPr>
          <p:cNvPr id="907" name="Google Shape;907;p96"/>
          <p:cNvSpPr/>
          <p:nvPr>
            <p:ph idx="3" type="pic"/>
          </p:nvPr>
        </p:nvSpPr>
        <p:spPr>
          <a:xfrm>
            <a:off x="361975" y="1066100"/>
            <a:ext cx="1967700" cy="1311600"/>
          </a:xfrm>
          <a:prstGeom prst="rect">
            <a:avLst/>
          </a:prstGeom>
        </p:spPr>
      </p:sp>
      <p:pic>
        <p:nvPicPr>
          <p:cNvPr descr="A modern glass office building with one open window" id="908" name="Google Shape;908;p96"/>
          <p:cNvPicPr preferRelativeResize="0"/>
          <p:nvPr>
            <p:ph idx="3" type="pic"/>
          </p:nvPr>
        </p:nvPicPr>
        <p:blipFill rotWithShape="1">
          <a:blip r:embed="rId3">
            <a:alphaModFix/>
          </a:blip>
          <a:srcRect b="0" l="0" r="10" t="0"/>
          <a:stretch/>
        </p:blipFill>
        <p:spPr>
          <a:xfrm>
            <a:off x="361975" y="1066100"/>
            <a:ext cx="1967698" cy="131160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2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p97"/>
          <p:cNvSpPr/>
          <p:nvPr/>
        </p:nvSpPr>
        <p:spPr>
          <a:xfrm>
            <a:off x="-2675" y="2314850"/>
            <a:ext cx="9144000" cy="2236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914" name="Google Shape;914;p97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15" name="Google Shape;915;p97"/>
          <p:cNvSpPr txBox="1"/>
          <p:nvPr>
            <p:ph idx="2" type="body"/>
          </p:nvPr>
        </p:nvSpPr>
        <p:spPr>
          <a:xfrm>
            <a:off x="361975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Longitude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Latitude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Zip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Street Name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Borough</a:t>
            </a:r>
            <a:endParaRPr sz="12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916" name="Google Shape;916;p97"/>
          <p:cNvSpPr txBox="1"/>
          <p:nvPr>
            <p:ph idx="3" type="subTitle"/>
          </p:nvPr>
        </p:nvSpPr>
        <p:spPr>
          <a:xfrm>
            <a:off x="361975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Locations</a:t>
            </a:r>
            <a:endParaRPr sz="1700"/>
          </a:p>
        </p:txBody>
      </p:sp>
      <p:sp>
        <p:nvSpPr>
          <p:cNvPr id="917" name="Google Shape;917;p97"/>
          <p:cNvSpPr txBox="1"/>
          <p:nvPr>
            <p:ph idx="4" type="subTitle"/>
          </p:nvPr>
        </p:nvSpPr>
        <p:spPr>
          <a:xfrm>
            <a:off x="2490450" y="732775"/>
            <a:ext cx="4163100" cy="4155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Dataset </a:t>
            </a:r>
            <a:r>
              <a:rPr lang="en" sz="2700"/>
              <a:t>Features</a:t>
            </a:r>
            <a:endParaRPr sz="3200"/>
          </a:p>
        </p:txBody>
      </p:sp>
      <p:sp>
        <p:nvSpPr>
          <p:cNvPr id="918" name="Google Shape;918;p97"/>
          <p:cNvSpPr txBox="1"/>
          <p:nvPr>
            <p:ph idx="6" type="body"/>
          </p:nvPr>
        </p:nvSpPr>
        <p:spPr>
          <a:xfrm>
            <a:off x="2334600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Date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Hour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Day of Week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Month</a:t>
            </a:r>
            <a:endParaRPr sz="1200"/>
          </a:p>
        </p:txBody>
      </p:sp>
      <p:sp>
        <p:nvSpPr>
          <p:cNvPr id="919" name="Google Shape;919;p97"/>
          <p:cNvSpPr txBox="1"/>
          <p:nvPr>
            <p:ph idx="7" type="body"/>
          </p:nvPr>
        </p:nvSpPr>
        <p:spPr>
          <a:xfrm>
            <a:off x="4571988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Injury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Fatality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920" name="Google Shape;920;p97"/>
          <p:cNvSpPr txBox="1"/>
          <p:nvPr>
            <p:ph idx="8" type="body"/>
          </p:nvPr>
        </p:nvSpPr>
        <p:spPr>
          <a:xfrm>
            <a:off x="6770575" y="3231275"/>
            <a:ext cx="2327700" cy="10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Vehicle Type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Nature of the Driver(</a:t>
            </a:r>
            <a:r>
              <a:rPr lang="en" sz="1200"/>
              <a:t>aggressive</a:t>
            </a:r>
            <a:r>
              <a:rPr lang="en" sz="1200"/>
              <a:t> driving, drunk, etc.) 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1" name="Google Shape;921;p97"/>
          <p:cNvSpPr txBox="1"/>
          <p:nvPr>
            <p:ph idx="14" type="subTitle"/>
          </p:nvPr>
        </p:nvSpPr>
        <p:spPr>
          <a:xfrm>
            <a:off x="7195925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Context</a:t>
            </a:r>
            <a:endParaRPr sz="1700"/>
          </a:p>
        </p:txBody>
      </p:sp>
      <p:sp>
        <p:nvSpPr>
          <p:cNvPr id="922" name="Google Shape;922;p97"/>
          <p:cNvSpPr txBox="1"/>
          <p:nvPr>
            <p:ph idx="9" type="subTitle"/>
          </p:nvPr>
        </p:nvSpPr>
        <p:spPr>
          <a:xfrm>
            <a:off x="2490450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Time Features</a:t>
            </a:r>
            <a:endParaRPr sz="1700"/>
          </a:p>
        </p:txBody>
      </p:sp>
      <p:sp>
        <p:nvSpPr>
          <p:cNvPr id="923" name="Google Shape;923;p97"/>
          <p:cNvSpPr txBox="1"/>
          <p:nvPr>
            <p:ph idx="13" type="subTitle"/>
          </p:nvPr>
        </p:nvSpPr>
        <p:spPr>
          <a:xfrm>
            <a:off x="4765262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Crash Severity</a:t>
            </a:r>
            <a:endParaRPr sz="17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7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p98"/>
          <p:cNvSpPr/>
          <p:nvPr/>
        </p:nvSpPr>
        <p:spPr>
          <a:xfrm>
            <a:off x="3154650" y="2314800"/>
            <a:ext cx="2943000" cy="2236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929" name="Google Shape;929;p98"/>
          <p:cNvSpPr/>
          <p:nvPr/>
        </p:nvSpPr>
        <p:spPr>
          <a:xfrm>
            <a:off x="6154225" y="2314800"/>
            <a:ext cx="2943000" cy="2236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930" name="Google Shape;930;p98"/>
          <p:cNvSpPr/>
          <p:nvPr/>
        </p:nvSpPr>
        <p:spPr>
          <a:xfrm>
            <a:off x="50" y="2314800"/>
            <a:ext cx="3100800" cy="2236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931" name="Google Shape;931;p98"/>
          <p:cNvSpPr txBox="1"/>
          <p:nvPr>
            <p:ph idx="5" type="body"/>
          </p:nvPr>
        </p:nvSpPr>
        <p:spPr>
          <a:xfrm>
            <a:off x="6844903" y="3628800"/>
            <a:ext cx="20772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Day of week</a:t>
            </a: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Hour</a:t>
            </a: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Month</a:t>
            </a: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Location</a:t>
            </a:r>
            <a:endParaRPr/>
          </a:p>
        </p:txBody>
      </p:sp>
      <p:sp>
        <p:nvSpPr>
          <p:cNvPr id="932" name="Google Shape;932;p98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33" name="Google Shape;933;p98"/>
          <p:cNvSpPr txBox="1"/>
          <p:nvPr>
            <p:ph idx="8" type="body"/>
          </p:nvPr>
        </p:nvSpPr>
        <p:spPr>
          <a:xfrm>
            <a:off x="3681900" y="3628800"/>
            <a:ext cx="22533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Vehicle type</a:t>
            </a: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Nature of crash</a:t>
            </a:r>
            <a:endParaRPr/>
          </a:p>
        </p:txBody>
      </p:sp>
      <p:sp>
        <p:nvSpPr>
          <p:cNvPr id="934" name="Google Shape;934;p98"/>
          <p:cNvSpPr txBox="1"/>
          <p:nvPr>
            <p:ph idx="6" type="subTitle"/>
          </p:nvPr>
        </p:nvSpPr>
        <p:spPr>
          <a:xfrm>
            <a:off x="6844888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935" name="Google Shape;935;p98"/>
          <p:cNvSpPr txBox="1"/>
          <p:nvPr>
            <p:ph idx="14" type="body"/>
          </p:nvPr>
        </p:nvSpPr>
        <p:spPr>
          <a:xfrm>
            <a:off x="593475" y="3613975"/>
            <a:ext cx="22866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Vehicle type columns</a:t>
            </a: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Date</a:t>
            </a:r>
            <a:endParaRPr/>
          </a:p>
        </p:txBody>
      </p:sp>
      <p:sp>
        <p:nvSpPr>
          <p:cNvPr id="936" name="Google Shape;936;p98"/>
          <p:cNvSpPr txBox="1"/>
          <p:nvPr>
            <p:ph idx="7" type="subTitle"/>
          </p:nvPr>
        </p:nvSpPr>
        <p:spPr>
          <a:xfrm>
            <a:off x="6844888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Added New Columns</a:t>
            </a:r>
            <a:endParaRPr/>
          </a:p>
        </p:txBody>
      </p:sp>
      <p:sp>
        <p:nvSpPr>
          <p:cNvPr id="937" name="Google Shape;937;p98"/>
          <p:cNvSpPr txBox="1"/>
          <p:nvPr>
            <p:ph idx="9" type="subTitle"/>
          </p:nvPr>
        </p:nvSpPr>
        <p:spPr>
          <a:xfrm>
            <a:off x="3681900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938" name="Google Shape;938;p98"/>
          <p:cNvSpPr txBox="1"/>
          <p:nvPr>
            <p:ph idx="13" type="subTitle"/>
          </p:nvPr>
        </p:nvSpPr>
        <p:spPr>
          <a:xfrm>
            <a:off x="3681900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Condensed Columns</a:t>
            </a:r>
            <a:endParaRPr/>
          </a:p>
        </p:txBody>
      </p:sp>
      <p:sp>
        <p:nvSpPr>
          <p:cNvPr id="939" name="Google Shape;939;p98"/>
          <p:cNvSpPr txBox="1"/>
          <p:nvPr>
            <p:ph idx="15" type="subTitle"/>
          </p:nvPr>
        </p:nvSpPr>
        <p:spPr>
          <a:xfrm>
            <a:off x="593475" y="2572007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940" name="Google Shape;940;p98"/>
          <p:cNvSpPr txBox="1"/>
          <p:nvPr>
            <p:ph idx="16" type="subTitle"/>
          </p:nvPr>
        </p:nvSpPr>
        <p:spPr>
          <a:xfrm>
            <a:off x="593475" y="2776307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Removed Unused Data</a:t>
            </a:r>
            <a:endParaRPr/>
          </a:p>
        </p:txBody>
      </p:sp>
      <p:sp>
        <p:nvSpPr>
          <p:cNvPr id="941" name="Google Shape;941;p98"/>
          <p:cNvSpPr txBox="1"/>
          <p:nvPr>
            <p:ph idx="17" type="subTitle"/>
          </p:nvPr>
        </p:nvSpPr>
        <p:spPr>
          <a:xfrm>
            <a:off x="2490450" y="732775"/>
            <a:ext cx="4163100" cy="4155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Data Cleaning</a:t>
            </a:r>
            <a:endParaRPr sz="27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5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p99"/>
          <p:cNvSpPr/>
          <p:nvPr/>
        </p:nvSpPr>
        <p:spPr>
          <a:xfrm>
            <a:off x="0" y="1895400"/>
            <a:ext cx="4578600" cy="3248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947" name="Google Shape;947;p99"/>
          <p:cNvSpPr/>
          <p:nvPr/>
        </p:nvSpPr>
        <p:spPr>
          <a:xfrm>
            <a:off x="4565475" y="1895400"/>
            <a:ext cx="4578600" cy="3248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948" name="Google Shape;948;p99"/>
          <p:cNvSpPr txBox="1"/>
          <p:nvPr>
            <p:ph idx="2" type="subTitle"/>
          </p:nvPr>
        </p:nvSpPr>
        <p:spPr>
          <a:xfrm>
            <a:off x="361975" y="732775"/>
            <a:ext cx="4791300" cy="4155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Most Problematic Streets</a:t>
            </a:r>
            <a:endParaRPr sz="2700"/>
          </a:p>
        </p:txBody>
      </p:sp>
      <p:sp>
        <p:nvSpPr>
          <p:cNvPr id="949" name="Google Shape;949;p99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50" name="Google Shape;950;p99"/>
          <p:cNvSpPr txBox="1"/>
          <p:nvPr>
            <p:ph type="title"/>
          </p:nvPr>
        </p:nvSpPr>
        <p:spPr>
          <a:xfrm>
            <a:off x="95075" y="2112634"/>
            <a:ext cx="4151400" cy="6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The number of crashes on each street.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951" name="Google Shape;951;p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44801" y="1927150"/>
            <a:ext cx="3992275" cy="3184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5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p100"/>
          <p:cNvSpPr/>
          <p:nvPr/>
        </p:nvSpPr>
        <p:spPr>
          <a:xfrm>
            <a:off x="0" y="1895400"/>
            <a:ext cx="4578600" cy="3248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957" name="Google Shape;957;p100"/>
          <p:cNvSpPr/>
          <p:nvPr/>
        </p:nvSpPr>
        <p:spPr>
          <a:xfrm>
            <a:off x="4565475" y="1895400"/>
            <a:ext cx="4578600" cy="3248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958" name="Google Shape;958;p100"/>
          <p:cNvSpPr txBox="1"/>
          <p:nvPr>
            <p:ph idx="2" type="subTitle"/>
          </p:nvPr>
        </p:nvSpPr>
        <p:spPr>
          <a:xfrm>
            <a:off x="361975" y="732775"/>
            <a:ext cx="3860100" cy="4155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Crashes by Hour of Day</a:t>
            </a:r>
            <a:endParaRPr sz="2700"/>
          </a:p>
        </p:txBody>
      </p:sp>
      <p:sp>
        <p:nvSpPr>
          <p:cNvPr id="959" name="Google Shape;959;p100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60" name="Google Shape;960;p100"/>
          <p:cNvSpPr txBox="1"/>
          <p:nvPr>
            <p:ph type="title"/>
          </p:nvPr>
        </p:nvSpPr>
        <p:spPr>
          <a:xfrm>
            <a:off x="95075" y="2112634"/>
            <a:ext cx="4151400" cy="6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The time which crashes have occured.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961" name="Google Shape;961;p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0718" y="2004013"/>
            <a:ext cx="4060556" cy="3031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5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p101"/>
          <p:cNvSpPr/>
          <p:nvPr/>
        </p:nvSpPr>
        <p:spPr>
          <a:xfrm>
            <a:off x="0" y="1895400"/>
            <a:ext cx="4578600" cy="3248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967" name="Google Shape;967;p101"/>
          <p:cNvSpPr/>
          <p:nvPr/>
        </p:nvSpPr>
        <p:spPr>
          <a:xfrm>
            <a:off x="4565475" y="1895400"/>
            <a:ext cx="4578600" cy="3248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968" name="Google Shape;968;p101"/>
          <p:cNvSpPr txBox="1"/>
          <p:nvPr>
            <p:ph idx="2" type="subTitle"/>
          </p:nvPr>
        </p:nvSpPr>
        <p:spPr>
          <a:xfrm>
            <a:off x="361975" y="732775"/>
            <a:ext cx="3860100" cy="4155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Scatter Plot</a:t>
            </a:r>
            <a:endParaRPr sz="2700"/>
          </a:p>
        </p:txBody>
      </p:sp>
      <p:sp>
        <p:nvSpPr>
          <p:cNvPr id="969" name="Google Shape;969;p101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70" name="Google Shape;970;p101"/>
          <p:cNvSpPr txBox="1"/>
          <p:nvPr>
            <p:ph type="title"/>
          </p:nvPr>
        </p:nvSpPr>
        <p:spPr>
          <a:xfrm>
            <a:off x="95075" y="2112634"/>
            <a:ext cx="4151400" cy="6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Location of crashes based on longitude and latitude.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971" name="Google Shape;971;p10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87575" y="1994087"/>
            <a:ext cx="4080149" cy="3051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5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p102"/>
          <p:cNvSpPr/>
          <p:nvPr/>
        </p:nvSpPr>
        <p:spPr>
          <a:xfrm>
            <a:off x="0" y="1895400"/>
            <a:ext cx="4578600" cy="3248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977" name="Google Shape;977;p102"/>
          <p:cNvSpPr/>
          <p:nvPr/>
        </p:nvSpPr>
        <p:spPr>
          <a:xfrm>
            <a:off x="4565475" y="1895400"/>
            <a:ext cx="4578600" cy="3248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978" name="Google Shape;978;p102"/>
          <p:cNvSpPr txBox="1"/>
          <p:nvPr>
            <p:ph idx="2" type="subTitle"/>
          </p:nvPr>
        </p:nvSpPr>
        <p:spPr>
          <a:xfrm>
            <a:off x="361975" y="732775"/>
            <a:ext cx="5973900" cy="4155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Prediction Model</a:t>
            </a:r>
            <a:endParaRPr sz="2700"/>
          </a:p>
        </p:txBody>
      </p:sp>
      <p:sp>
        <p:nvSpPr>
          <p:cNvPr id="979" name="Google Shape;979;p102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80" name="Google Shape;980;p102"/>
          <p:cNvSpPr txBox="1"/>
          <p:nvPr>
            <p:ph type="title"/>
          </p:nvPr>
        </p:nvSpPr>
        <p:spPr>
          <a:xfrm>
            <a:off x="95075" y="2112634"/>
            <a:ext cx="4151400" cy="2370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Model allows the prediction of a crash based on location, time, and previous crash history.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Built to be cautious, as a result percentages are somewhat inflated due to false positives.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981" name="Google Shape;981;p10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94913" y="2032796"/>
            <a:ext cx="3427975" cy="297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5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p103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87" name="Google Shape;987;p103"/>
          <p:cNvSpPr txBox="1"/>
          <p:nvPr>
            <p:ph idx="2" type="subTitle"/>
          </p:nvPr>
        </p:nvSpPr>
        <p:spPr>
          <a:xfrm>
            <a:off x="2490450" y="732775"/>
            <a:ext cx="42591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Conclusion</a:t>
            </a:r>
            <a:endParaRPr sz="3000"/>
          </a:p>
        </p:txBody>
      </p:sp>
      <p:sp>
        <p:nvSpPr>
          <p:cNvPr id="988" name="Google Shape;988;p103"/>
          <p:cNvSpPr txBox="1"/>
          <p:nvPr>
            <p:ph type="title"/>
          </p:nvPr>
        </p:nvSpPr>
        <p:spPr>
          <a:xfrm>
            <a:off x="1175700" y="1449400"/>
            <a:ext cx="3396300" cy="3694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457200" marR="203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Problem Streets</a:t>
            </a:r>
            <a:endParaRPr b="1" sz="1800"/>
          </a:p>
          <a:p>
            <a:pPr indent="-323850" lvl="0" marL="457200" marR="203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Belt Parkway</a:t>
            </a:r>
            <a:endParaRPr sz="1500"/>
          </a:p>
          <a:p>
            <a:pPr indent="-323850" lvl="0" marL="457200" marR="203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Brooklyn-Queens Expressway</a:t>
            </a:r>
            <a:endParaRPr sz="1500"/>
          </a:p>
          <a:p>
            <a:pPr indent="-323850" lvl="0" marL="457200" marR="203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FDR Drive</a:t>
            </a:r>
            <a:endParaRPr sz="1500"/>
          </a:p>
          <a:p>
            <a:pPr indent="-323850" lvl="0" marL="457200" marR="203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Queens Boulevard</a:t>
            </a:r>
            <a:endParaRPr sz="1500"/>
          </a:p>
          <a:p>
            <a:pPr indent="0" lvl="0" marL="457200" marR="203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457200" marR="203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Peak Crash Time</a:t>
            </a:r>
            <a:endParaRPr b="1" sz="1800"/>
          </a:p>
          <a:p>
            <a:pPr indent="-323850" lvl="0" marL="457200" marR="203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Between 3-6 PM</a:t>
            </a:r>
            <a:endParaRPr sz="1500"/>
          </a:p>
          <a:p>
            <a:pPr indent="0" lvl="0" marL="457200" marR="203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457200" marR="203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Hotspot Regions</a:t>
            </a:r>
            <a:endParaRPr b="1" sz="1800"/>
          </a:p>
          <a:p>
            <a:pPr indent="-323850" lvl="0" marL="457200" marR="203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Highway Corridors</a:t>
            </a:r>
            <a:endParaRPr sz="1500"/>
          </a:p>
          <a:p>
            <a:pPr indent="-323850" lvl="0" marL="457200" marR="203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Bridge Approaches</a:t>
            </a:r>
            <a:endParaRPr sz="1500"/>
          </a:p>
          <a:p>
            <a:pPr indent="-323850" lvl="0" marL="457200" marR="203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Dense Urban Roads</a:t>
            </a:r>
            <a:endParaRPr sz="1500"/>
          </a:p>
          <a:p>
            <a:pPr indent="0" lvl="0" marL="0" marR="203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989" name="Google Shape;989;p103"/>
          <p:cNvSpPr txBox="1"/>
          <p:nvPr>
            <p:ph type="title"/>
          </p:nvPr>
        </p:nvSpPr>
        <p:spPr>
          <a:xfrm>
            <a:off x="4572000" y="1449400"/>
            <a:ext cx="3676800" cy="300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457200" lvl="0" marL="0" marR="203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Key Resources Used</a:t>
            </a:r>
            <a:endParaRPr b="1" sz="1800"/>
          </a:p>
          <a:p>
            <a:pPr indent="-323850" lvl="0" marL="457200" marR="203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VS Code</a:t>
            </a:r>
            <a:endParaRPr sz="1500"/>
          </a:p>
          <a:p>
            <a:pPr indent="-323850" lvl="0" marL="457200" marR="203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MySQL</a:t>
            </a:r>
            <a:endParaRPr sz="1500"/>
          </a:p>
          <a:p>
            <a:pPr indent="-323850" lvl="0" marL="457200" marR="203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Github</a:t>
            </a:r>
            <a:endParaRPr sz="1500"/>
          </a:p>
          <a:p>
            <a:pPr indent="-323850" lvl="0" marL="457200" marR="203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Discord</a:t>
            </a:r>
            <a:endParaRPr sz="1500"/>
          </a:p>
          <a:p>
            <a:pPr indent="-323850" lvl="0" marL="457200" marR="203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Data.gov</a:t>
            </a:r>
            <a:endParaRPr sz="1500"/>
          </a:p>
          <a:p>
            <a:pPr indent="0" lvl="0" marL="457200" marR="203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457200" marR="203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Solution</a:t>
            </a:r>
            <a:endParaRPr b="1" sz="1800"/>
          </a:p>
          <a:p>
            <a:pPr indent="-323850" lvl="0" marL="457200" marR="203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Speed bumps</a:t>
            </a:r>
            <a:endParaRPr sz="1500"/>
          </a:p>
          <a:p>
            <a:pPr indent="-323850" lvl="0" marL="457200" marR="203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Extra lanes</a:t>
            </a:r>
            <a:endParaRPr sz="1500"/>
          </a:p>
          <a:p>
            <a:pPr indent="-323850" lvl="0" marL="457200" marR="203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Stop signs</a:t>
            </a:r>
            <a:endParaRPr sz="1500"/>
          </a:p>
          <a:p>
            <a:pPr indent="0" lvl="0" marL="0" marR="203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3" name="Shape 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Google Shape;994;p104"/>
          <p:cNvSpPr txBox="1"/>
          <p:nvPr>
            <p:ph type="title"/>
          </p:nvPr>
        </p:nvSpPr>
        <p:spPr>
          <a:xfrm>
            <a:off x="455847" y="1885500"/>
            <a:ext cx="4163100" cy="1372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 for listening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usiness Plan Presentation">
  <a:themeElements>
    <a:clrScheme name="Simple Light">
      <a:dk1>
        <a:srgbClr val="F9F9F9"/>
      </a:dk1>
      <a:lt1>
        <a:srgbClr val="183C40"/>
      </a:lt1>
      <a:dk2>
        <a:srgbClr val="20494D"/>
      </a:dk2>
      <a:lt2>
        <a:srgbClr val="799DA7"/>
      </a:lt2>
      <a:accent1>
        <a:srgbClr val="B0D5CD"/>
      </a:accent1>
      <a:accent2>
        <a:srgbClr val="A6DAEA"/>
      </a:accent2>
      <a:accent3>
        <a:srgbClr val="B78D43"/>
      </a:accent3>
      <a:accent4>
        <a:srgbClr val="9AA864"/>
      </a:accent4>
      <a:accent5>
        <a:srgbClr val="426345"/>
      </a:accent5>
      <a:accent6>
        <a:srgbClr val="DCDCDC"/>
      </a:accent6>
      <a:hlink>
        <a:srgbClr val="B0D5C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Dark Particles">
  <a:themeElements>
    <a:clrScheme name="Simple Light">
      <a:dk1>
        <a:srgbClr val="000000"/>
      </a:dk1>
      <a:lt1>
        <a:srgbClr val="FFFFFF"/>
      </a:lt1>
      <a:dk2>
        <a:srgbClr val="F5F5F5"/>
      </a:dk2>
      <a:lt2>
        <a:srgbClr val="323232"/>
      </a:lt2>
      <a:accent1>
        <a:srgbClr val="434343"/>
      </a:accent1>
      <a:accent2>
        <a:srgbClr val="252525"/>
      </a:accent2>
      <a:accent3>
        <a:srgbClr val="DEFF9A"/>
      </a:accent3>
      <a:accent4>
        <a:srgbClr val="DAFFDE"/>
      </a:accent4>
      <a:accent5>
        <a:srgbClr val="4CDC8B"/>
      </a:accent5>
      <a:accent6>
        <a:srgbClr val="4C7FDC"/>
      </a:accent6>
      <a:hlink>
        <a:srgbClr val="18181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